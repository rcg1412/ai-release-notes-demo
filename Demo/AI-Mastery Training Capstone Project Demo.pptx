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1"/>
  </p:notesMasterIdLst>
  <p:handoutMasterIdLst>
    <p:handoutMasterId r:id="rId12"/>
  </p:handoutMasterIdLst>
  <p:sldIdLst>
    <p:sldId id="292" r:id="rId5"/>
    <p:sldId id="293" r:id="rId6"/>
    <p:sldId id="294" r:id="rId7"/>
    <p:sldId id="296" r:id="rId8"/>
    <p:sldId id="295" r:id="rId9"/>
    <p:sldId id="289" r:id="rId1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36" userDrawn="1">
          <p15:clr>
            <a:srgbClr val="A4A3A4"/>
          </p15:clr>
        </p15:guide>
        <p15:guide id="2" pos="31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4400"/>
    <a:srgbClr val="446992"/>
    <a:srgbClr val="AEC2D8"/>
    <a:srgbClr val="98432A"/>
    <a:srgbClr val="44678D"/>
    <a:srgbClr val="263E5A"/>
    <a:srgbClr val="D6E0EB"/>
    <a:srgbClr val="728DAB"/>
    <a:srgbClr val="C95B3A"/>
    <a:srgbClr val="2D4C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CAF9ED-07DC-4A11-8D7F-57B35C25682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839" autoAdjust="0"/>
  </p:normalViewPr>
  <p:slideViewPr>
    <p:cSldViewPr snapToGrid="0" showGuides="1">
      <p:cViewPr varScale="1">
        <p:scale>
          <a:sx n="64" d="100"/>
          <a:sy n="64" d="100"/>
        </p:scale>
        <p:origin x="90" y="78"/>
      </p:cViewPr>
      <p:guideLst>
        <p:guide orient="horz" pos="1536"/>
        <p:guide pos="312"/>
      </p:guideLst>
    </p:cSldViewPr>
  </p:slideViewPr>
  <p:outlineViewPr>
    <p:cViewPr>
      <p:scale>
        <a:sx n="33" d="100"/>
        <a:sy n="33" d="100"/>
      </p:scale>
      <p:origin x="0" y="0"/>
    </p:cViewPr>
  </p:outlineViewPr>
  <p:notesTextViewPr>
    <p:cViewPr>
      <p:scale>
        <a:sx n="1" d="1"/>
        <a:sy n="1" d="1"/>
      </p:scale>
      <p:origin x="0" y="0"/>
    </p:cViewPr>
  </p:notesTextViewPr>
  <p:sorterViewPr>
    <p:cViewPr>
      <p:scale>
        <a:sx n="150" d="100"/>
        <a:sy n="150" d="100"/>
      </p:scale>
      <p:origin x="0" y="0"/>
    </p:cViewPr>
  </p:sorterViewPr>
  <p:notesViewPr>
    <p:cSldViewPr snapToGrid="0">
      <p:cViewPr varScale="1">
        <p:scale>
          <a:sx n="58" d="100"/>
          <a:sy n="58" d="100"/>
        </p:scale>
        <p:origin x="2491"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27E3961-5613-64C6-63C3-6085D0CDAE5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506D1F08-FF42-95F6-3130-AE63E560487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CD26A2A-0A96-0647-84E5-C82F2EFD9474}" type="datetimeFigureOut">
              <a:rPr lang="en-US" smtClean="0"/>
              <a:t>10/3/2026</a:t>
            </a:fld>
            <a:endParaRPr lang="en-US" dirty="0"/>
          </a:p>
        </p:txBody>
      </p:sp>
      <p:sp>
        <p:nvSpPr>
          <p:cNvPr id="4" name="Footer Placeholder 3">
            <a:extLst>
              <a:ext uri="{FF2B5EF4-FFF2-40B4-BE49-F238E27FC236}">
                <a16:creationId xmlns:a16="http://schemas.microsoft.com/office/drawing/2014/main" id="{4CD5B35B-A046-EC3C-A80E-3D9D12C149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202DDE3-703C-8B4C-9506-EC0A39AACDD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B8DC1D1-B6C2-C644-8BF1-C34DBFFE1C78}" type="slidenum">
              <a:rPr lang="en-US" smtClean="0"/>
              <a:t>‹#›</a:t>
            </a:fld>
            <a:endParaRPr lang="en-US" dirty="0"/>
          </a:p>
        </p:txBody>
      </p:sp>
    </p:spTree>
    <p:extLst>
      <p:ext uri="{BB962C8B-B14F-4D97-AF65-F5344CB8AC3E}">
        <p14:creationId xmlns:p14="http://schemas.microsoft.com/office/powerpoint/2010/main" val="9334793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a:extLst>
              <a:ext uri="{FF2B5EF4-FFF2-40B4-BE49-F238E27FC236}">
                <a16:creationId xmlns:a16="http://schemas.microsoft.com/office/drawing/2014/main" id="{0D2594CA-29C5-062F-2EA7-C593B096C6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9" name="Slide Image Placeholder 8">
            <a:extLst>
              <a:ext uri="{FF2B5EF4-FFF2-40B4-BE49-F238E27FC236}">
                <a16:creationId xmlns:a16="http://schemas.microsoft.com/office/drawing/2014/main" id="{E04BB896-BA64-B358-A066-15B96D23BC88}"/>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10" name="Footer Placeholder 9">
            <a:extLst>
              <a:ext uri="{FF2B5EF4-FFF2-40B4-BE49-F238E27FC236}">
                <a16:creationId xmlns:a16="http://schemas.microsoft.com/office/drawing/2014/main" id="{5EFA2818-7747-F326-294F-EEAC9BEF6EBD}"/>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11" name="Date Placeholder 10">
            <a:extLst>
              <a:ext uri="{FF2B5EF4-FFF2-40B4-BE49-F238E27FC236}">
                <a16:creationId xmlns:a16="http://schemas.microsoft.com/office/drawing/2014/main" id="{6B76E0F0-B7F9-756A-3EA4-2114B75370E5}"/>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0CF20C-6BCC-41A4-8C16-5A346425718D}" type="datetimeFigureOut">
              <a:rPr lang="en-US" smtClean="0"/>
              <a:t>10/3/2026</a:t>
            </a:fld>
            <a:endParaRPr lang="en-US" dirty="0"/>
          </a:p>
        </p:txBody>
      </p:sp>
      <p:sp>
        <p:nvSpPr>
          <p:cNvPr id="12" name="Notes Placeholder 11">
            <a:extLst>
              <a:ext uri="{FF2B5EF4-FFF2-40B4-BE49-F238E27FC236}">
                <a16:creationId xmlns:a16="http://schemas.microsoft.com/office/drawing/2014/main" id="{5161C21F-108C-0F07-CDDD-AFB8DDBF6941}"/>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a:extLst>
              <a:ext uri="{FF2B5EF4-FFF2-40B4-BE49-F238E27FC236}">
                <a16:creationId xmlns:a16="http://schemas.microsoft.com/office/drawing/2014/main" id="{A507CBA7-2A1E-725E-35DA-D1CFF08EC633}"/>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60679C-80C7-4E7D-9614-ABA41C5B2858}" type="slidenum">
              <a:rPr lang="en-US" smtClean="0"/>
              <a:t>‹#›</a:t>
            </a:fld>
            <a:endParaRPr lang="en-US" dirty="0"/>
          </a:p>
        </p:txBody>
      </p:sp>
    </p:spTree>
    <p:extLst>
      <p:ext uri="{BB962C8B-B14F-4D97-AF65-F5344CB8AC3E}">
        <p14:creationId xmlns:p14="http://schemas.microsoft.com/office/powerpoint/2010/main" val="4226651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txBody>
          <a:bodyPr/>
          <a:lstStyle/>
          <a:p>
            <a:endParaRPr lang="en-IN"/>
          </a:p>
        </p:txBody>
      </p:sp>
      <p:sp>
        <p:nvSpPr>
          <p:cNvPr id="3" name="Notes Placeholder 2"/>
          <p:cNvSpPr>
            <a:spLocks noGrp="1"/>
          </p:cNvSpPr>
          <p:nvPr>
            <p:ph type="body" idx="1"/>
          </p:nvPr>
        </p:nvSpPr>
        <p:spPr>
          <a:xfrm>
            <a:off x="685800" y="4400550"/>
            <a:ext cx="5486400" cy="3600450"/>
          </a:xfrm>
          <a:prstGeom prst="rect">
            <a:avLst/>
          </a:prstGeom>
        </p:spPr>
        <p:txBody>
          <a:bodyPr/>
          <a:lstStyle/>
          <a:p>
            <a:r>
              <a:rPr lang="en-IN" sz="1200" b="0" i="0" kern="1200" dirty="0">
                <a:solidFill>
                  <a:schemeClr val="tx1"/>
                </a:solidFill>
                <a:effectLst/>
                <a:latin typeface="+mn-lt"/>
                <a:ea typeface="+mn-ea"/>
                <a:cs typeface="+mn-cs"/>
              </a:rPr>
              <a:t>Release notes are a critical touchpoint between product teams and users, yet they remain one of the most manual, time-consuming, and inconsistent parts of the release process. Technical writers spend hours translating dense developer tickets into user-friendly language, often working under tight deadlines that lead to delayed communication, inconsistent tone, and content that can sometimes fails to resonate with end users. To solve this problem I have created release note generator that will generate the release notes based on predefined style guides and evaluate the content based on defined quality metric providing scores and recommendations for improvements.</a:t>
            </a:r>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a:t>
            </a:fld>
            <a:endParaRPr lang="en-US" altLang="zh-CN" noProof="0" dirty="0"/>
          </a:p>
        </p:txBody>
      </p:sp>
    </p:spTree>
    <p:extLst>
      <p:ext uri="{BB962C8B-B14F-4D97-AF65-F5344CB8AC3E}">
        <p14:creationId xmlns:p14="http://schemas.microsoft.com/office/powerpoint/2010/main" val="681593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txBody>
          <a:bodyPr/>
          <a:lstStyle/>
          <a:p>
            <a:endParaRPr lang="en-IN"/>
          </a:p>
        </p:txBody>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2</a:t>
            </a:fld>
            <a:endParaRPr lang="en-US" altLang="zh-CN" noProof="0" dirty="0"/>
          </a:p>
        </p:txBody>
      </p:sp>
    </p:spTree>
    <p:extLst>
      <p:ext uri="{BB962C8B-B14F-4D97-AF65-F5344CB8AC3E}">
        <p14:creationId xmlns:p14="http://schemas.microsoft.com/office/powerpoint/2010/main" val="20938003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EEFE0-971E-1F39-F3DD-5A76A13B8D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7B067F-463A-8CEE-6D39-3D40FC1F830D}"/>
              </a:ext>
            </a:extLst>
          </p:cNvPr>
          <p:cNvSpPr>
            <a:spLocks noGrp="1" noRot="1" noChangeAspect="1"/>
          </p:cNvSpPr>
          <p:nvPr>
            <p:ph type="sldImg"/>
          </p:nvPr>
        </p:nvSpPr>
        <p:spPr>
          <a:xfrm>
            <a:off x="685800" y="1143000"/>
            <a:ext cx="5486400" cy="3086100"/>
          </a:xfrm>
          <a:prstGeom prst="rect">
            <a:avLst/>
          </a:prstGeom>
        </p:spPr>
        <p:txBody>
          <a:bodyPr/>
          <a:lstStyle/>
          <a:p>
            <a:endParaRPr lang="en-IN"/>
          </a:p>
        </p:txBody>
      </p:sp>
      <p:sp>
        <p:nvSpPr>
          <p:cNvPr id="3" name="Notes Placeholder 2">
            <a:extLst>
              <a:ext uri="{FF2B5EF4-FFF2-40B4-BE49-F238E27FC236}">
                <a16:creationId xmlns:a16="http://schemas.microsoft.com/office/drawing/2014/main" id="{014FBB7D-8DB9-3D43-48CD-17B653342D7B}"/>
              </a:ext>
            </a:extLst>
          </p:cNvPr>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C4E30967-9DD7-BEC6-F4B8-CCC5890E937F}"/>
              </a:ext>
            </a:extLst>
          </p:cNvPr>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3</a:t>
            </a:fld>
            <a:endParaRPr lang="en-US" altLang="zh-CN" noProof="0" dirty="0"/>
          </a:p>
        </p:txBody>
      </p:sp>
    </p:spTree>
    <p:extLst>
      <p:ext uri="{BB962C8B-B14F-4D97-AF65-F5344CB8AC3E}">
        <p14:creationId xmlns:p14="http://schemas.microsoft.com/office/powerpoint/2010/main" val="22306770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89E37-9CCC-E09E-1254-DF53AB8CC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1C197-7E88-6611-36CC-82BD113E8321}"/>
              </a:ext>
            </a:extLst>
          </p:cNvPr>
          <p:cNvSpPr>
            <a:spLocks noGrp="1" noRot="1" noChangeAspect="1"/>
          </p:cNvSpPr>
          <p:nvPr>
            <p:ph type="sldImg"/>
          </p:nvPr>
        </p:nvSpPr>
        <p:spPr>
          <a:xfrm>
            <a:off x="685800" y="1143000"/>
            <a:ext cx="5486400" cy="3086100"/>
          </a:xfrm>
          <a:prstGeom prst="rect">
            <a:avLst/>
          </a:prstGeom>
        </p:spPr>
        <p:txBody>
          <a:bodyPr/>
          <a:lstStyle/>
          <a:p>
            <a:endParaRPr lang="en-IN"/>
          </a:p>
        </p:txBody>
      </p:sp>
      <p:sp>
        <p:nvSpPr>
          <p:cNvPr id="3" name="Notes Placeholder 2">
            <a:extLst>
              <a:ext uri="{FF2B5EF4-FFF2-40B4-BE49-F238E27FC236}">
                <a16:creationId xmlns:a16="http://schemas.microsoft.com/office/drawing/2014/main" id="{1114B0D2-D32A-3125-5B90-ADF0E654AD47}"/>
              </a:ext>
            </a:extLst>
          </p:cNvPr>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52C2DA06-4130-D5B7-9E6D-309F9CA8B62B}"/>
              </a:ext>
            </a:extLst>
          </p:cNvPr>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4</a:t>
            </a:fld>
            <a:endParaRPr lang="en-US" altLang="zh-CN" noProof="0" dirty="0"/>
          </a:p>
        </p:txBody>
      </p:sp>
    </p:spTree>
    <p:extLst>
      <p:ext uri="{BB962C8B-B14F-4D97-AF65-F5344CB8AC3E}">
        <p14:creationId xmlns:p14="http://schemas.microsoft.com/office/powerpoint/2010/main" val="21043661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20347-EE2C-1FE1-DB5B-6CEA93B128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8C103-673D-94B9-F718-FF2FBCED6D7F}"/>
              </a:ext>
            </a:extLst>
          </p:cNvPr>
          <p:cNvSpPr>
            <a:spLocks noGrp="1" noRot="1" noChangeAspect="1"/>
          </p:cNvSpPr>
          <p:nvPr>
            <p:ph type="sldImg"/>
          </p:nvPr>
        </p:nvSpPr>
        <p:spPr>
          <a:xfrm>
            <a:off x="685800" y="1143000"/>
            <a:ext cx="5486400" cy="3086100"/>
          </a:xfrm>
          <a:prstGeom prst="rect">
            <a:avLst/>
          </a:prstGeom>
        </p:spPr>
        <p:txBody>
          <a:bodyPr/>
          <a:lstStyle/>
          <a:p>
            <a:endParaRPr lang="en-IN"/>
          </a:p>
        </p:txBody>
      </p:sp>
      <p:sp>
        <p:nvSpPr>
          <p:cNvPr id="3" name="Notes Placeholder 2">
            <a:extLst>
              <a:ext uri="{FF2B5EF4-FFF2-40B4-BE49-F238E27FC236}">
                <a16:creationId xmlns:a16="http://schemas.microsoft.com/office/drawing/2014/main" id="{FA783275-0EDB-25F6-2C30-858A5F9B1315}"/>
              </a:ext>
            </a:extLst>
          </p:cNvPr>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780C3C92-8CF2-B5DB-1DC8-2A95BB70ADB0}"/>
              </a:ext>
            </a:extLst>
          </p:cNvPr>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5</a:t>
            </a:fld>
            <a:endParaRPr lang="en-US" altLang="zh-CN" noProof="0" dirty="0"/>
          </a:p>
        </p:txBody>
      </p:sp>
    </p:spTree>
    <p:extLst>
      <p:ext uri="{BB962C8B-B14F-4D97-AF65-F5344CB8AC3E}">
        <p14:creationId xmlns:p14="http://schemas.microsoft.com/office/powerpoint/2010/main" val="28735464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txBody>
          <a:bodyPr/>
          <a:lstStyle/>
          <a:p>
            <a:endParaRPr lang="en-IN"/>
          </a:p>
        </p:txBody>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6</a:t>
            </a:fld>
            <a:endParaRPr lang="en-US" altLang="zh-CN" noProof="0" dirty="0"/>
          </a:p>
        </p:txBody>
      </p:sp>
    </p:spTree>
    <p:extLst>
      <p:ext uri="{BB962C8B-B14F-4D97-AF65-F5344CB8AC3E}">
        <p14:creationId xmlns:p14="http://schemas.microsoft.com/office/powerpoint/2010/main" val="118182007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Image">
    <p:bg>
      <p:bgPr>
        <a:solidFill>
          <a:schemeClr val="accent6"/>
        </a:solidFill>
        <a:effectLst/>
      </p:bgPr>
    </p:bg>
    <p:spTree>
      <p:nvGrpSpPr>
        <p:cNvPr id="1" name=""/>
        <p:cNvGrpSpPr/>
        <p:nvPr/>
      </p:nvGrpSpPr>
      <p:grpSpPr>
        <a:xfrm>
          <a:off x="0" y="0"/>
          <a:ext cx="0" cy="0"/>
          <a:chOff x="0" y="0"/>
          <a:chExt cx="0" cy="0"/>
        </a:xfrm>
      </p:grpSpPr>
      <p:pic>
        <p:nvPicPr>
          <p:cNvPr id="13" name="Shape 33">
            <a:extLst>
              <a:ext uri="{FF2B5EF4-FFF2-40B4-BE49-F238E27FC236}">
                <a16:creationId xmlns:a16="http://schemas.microsoft.com/office/drawing/2014/main" id="{4D81E37E-7366-D88D-83B8-BBA577CA462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9897686" y="1064464"/>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pic>
        <p:nvPicPr>
          <p:cNvPr id="12" name="Shape 31">
            <a:extLst>
              <a:ext uri="{FF2B5EF4-FFF2-40B4-BE49-F238E27FC236}">
                <a16:creationId xmlns:a16="http://schemas.microsoft.com/office/drawing/2014/main" id="{A2E096B7-3B4F-355B-58E5-41784AC8BE29}"/>
              </a:ext>
              <a:ext uri="{C183D7F6-B498-43B3-948B-1728B52AA6E4}">
                <adec:decorative xmlns:adec="http://schemas.microsoft.com/office/drawing/2017/decorative" val="1"/>
              </a:ext>
            </a:extLst>
          </p:cNvPr>
          <p:cNvPicPr>
            <a:picLocks noChangeAspect="1"/>
          </p:cNvPicPr>
          <p:nvPr userDrawn="1"/>
        </p:nvPicPr>
        <p:blipFill>
          <a:blip r:embed="rId3" cstate="print">
            <a:extLst>
              <a:ext uri="{28A0092B-C50C-407E-A947-70E740481C1C}">
                <a14:useLocalDpi xmlns:a14="http://schemas.microsoft.com/office/drawing/2010/main"/>
              </a:ext>
            </a:extLst>
          </a:blip>
          <a:srcRect t="2555" b="2555"/>
          <a:stretch>
            <a:fillRect/>
          </a:stretch>
        </p:blipFill>
        <p:spPr>
          <a:xfrm>
            <a:off x="6284315" y="3984454"/>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144292" y="731520"/>
            <a:ext cx="5029200" cy="3291840"/>
          </a:xfrm>
        </p:spPr>
        <p:txBody>
          <a:bodyPr anchor="b">
            <a:normAutofit/>
          </a:bodyPr>
          <a:lstStyle>
            <a:lvl1pPr>
              <a:defRPr sz="4800"/>
            </a:lvl1pPr>
          </a:lstStyle>
          <a:p>
            <a:r>
              <a:rPr lang="en-US" noProof="0"/>
              <a:t>Click to edit Master title style</a:t>
            </a:r>
            <a:endParaRPr lang="en-US" noProof="0" dirty="0"/>
          </a:p>
        </p:txBody>
      </p:sp>
      <p:cxnSp>
        <p:nvCxnSpPr>
          <p:cNvPr id="24" name="Straight Connector 2">
            <a:extLst>
              <a:ext uri="{FF2B5EF4-FFF2-40B4-BE49-F238E27FC236}">
                <a16:creationId xmlns:a16="http://schemas.microsoft.com/office/drawing/2014/main" id="{F1FCCFDB-D985-4322-AC87-F69214893708}"/>
              </a:ext>
            </a:extLst>
          </p:cNvPr>
          <p:cNvCxnSpPr/>
          <p:nvPr userDrawn="1"/>
        </p:nvCxnSpPr>
        <p:spPr>
          <a:xfrm>
            <a:off x="1168533" y="4172084"/>
            <a:ext cx="0" cy="760288"/>
          </a:xfrm>
          <a:prstGeom prst="line">
            <a:avLst/>
          </a:prstGeom>
          <a:noFill/>
          <a:ln w="19050" cap="flat" cmpd="sng" algn="ctr">
            <a:solidFill>
              <a:srgbClr val="D84400"/>
            </a:solidFill>
            <a:prstDash val="solid"/>
            <a:miter lim="800000"/>
          </a:ln>
          <a:effectLst/>
        </p:spPr>
      </p:cxn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1260894" y="4172084"/>
            <a:ext cx="4912598" cy="914400"/>
          </a:xfrm>
          <a:prstGeom prst="rect">
            <a:avLst/>
          </a:prstGeom>
        </p:spPr>
        <p:txBody>
          <a:bodyPr>
            <a:normAutofit/>
          </a:bodyPr>
          <a:lstStyle>
            <a:lvl1pPr marL="0" indent="0">
              <a:lnSpc>
                <a:spcPct val="100000"/>
              </a:lnSpc>
              <a:buNone/>
              <a:defRPr sz="20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47" name="Content placeholder 47">
            <a:extLst>
              <a:ext uri="{FF2B5EF4-FFF2-40B4-BE49-F238E27FC236}">
                <a16:creationId xmlns:a16="http://schemas.microsoft.com/office/drawing/2014/main" id="{0FFAAB58-ABE4-41AC-B94E-432936CE0301}"/>
              </a:ext>
            </a:extLst>
          </p:cNvPr>
          <p:cNvSpPr>
            <a:spLocks noGrp="1"/>
          </p:cNvSpPr>
          <p:nvPr>
            <p:ph type="pic" sz="quarter" idx="47" hasCustomPrompt="1"/>
          </p:nvPr>
        </p:nvSpPr>
        <p:spPr>
          <a:xfrm>
            <a:off x="6742557" y="821836"/>
            <a:ext cx="4405503" cy="5066346"/>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dirty="0"/>
              <a:t>Click icon to add picture≈≈</a:t>
            </a:r>
          </a:p>
        </p:txBody>
      </p:sp>
      <p:sp>
        <p:nvSpPr>
          <p:cNvPr id="9" name="Freeform: Shape 11">
            <a:extLst>
              <a:ext uri="{FF2B5EF4-FFF2-40B4-BE49-F238E27FC236}">
                <a16:creationId xmlns:a16="http://schemas.microsoft.com/office/drawing/2014/main" id="{9ECA281C-F2CB-AE9D-DCD6-F94D3FEE2E67}"/>
              </a:ext>
            </a:extLst>
          </p:cNvPr>
          <p:cNvSpPr/>
          <p:nvPr userDrawn="1"/>
        </p:nvSpPr>
        <p:spPr>
          <a:xfrm>
            <a:off x="7441324" y="5568778"/>
            <a:ext cx="829927" cy="949454"/>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Tree>
    <p:extLst>
      <p:ext uri="{BB962C8B-B14F-4D97-AF65-F5344CB8AC3E}">
        <p14:creationId xmlns:p14="http://schemas.microsoft.com/office/powerpoint/2010/main" val="3496649517"/>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5518B595-5A04-0768-52B1-73F11E4754EA}"/>
              </a:ext>
            </a:extLst>
          </p:cNvPr>
          <p:cNvSpPr>
            <a:spLocks noGrp="1"/>
          </p:cNvSpPr>
          <p:nvPr>
            <p:ph type="title"/>
          </p:nvPr>
        </p:nvSpPr>
        <p:spPr>
          <a:xfrm>
            <a:off x="914400" y="3429000"/>
            <a:ext cx="4206240" cy="2377440"/>
          </a:xfrm>
        </p:spPr>
        <p:txBody>
          <a:bodyPr anchor="t">
            <a:noAutofit/>
          </a:bodyPr>
          <a:lstStyle>
            <a:lvl1pPr>
              <a:defRPr sz="3600"/>
            </a:lvl1pPr>
          </a:lstStyle>
          <a:p>
            <a:r>
              <a:rPr lang="en-US" noProof="0"/>
              <a:t>Click to edit Master title style</a:t>
            </a:r>
            <a:endParaRPr lang="en-US" noProof="0" dirty="0"/>
          </a:p>
        </p:txBody>
      </p:sp>
      <p:sp>
        <p:nvSpPr>
          <p:cNvPr id="6" name="Content Placeholder 4">
            <a:extLst>
              <a:ext uri="{FF2B5EF4-FFF2-40B4-BE49-F238E27FC236}">
                <a16:creationId xmlns:a16="http://schemas.microsoft.com/office/drawing/2014/main" id="{73CCCCFD-E0FE-BDB7-CF9D-FCA345E6BA55}"/>
              </a:ext>
            </a:extLst>
          </p:cNvPr>
          <p:cNvSpPr>
            <a:spLocks noGrp="1"/>
          </p:cNvSpPr>
          <p:nvPr>
            <p:ph sz="quarter" idx="35"/>
          </p:nvPr>
        </p:nvSpPr>
        <p:spPr>
          <a:xfrm>
            <a:off x="5394325" y="3429000"/>
            <a:ext cx="3475038" cy="2378075"/>
          </a:xfrm>
        </p:spPr>
        <p:txBody>
          <a:bodyPr anchor="ctr"/>
          <a:lstStyle>
            <a:lvl1pPr marL="347472">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Shape 4">
            <a:extLst>
              <a:ext uri="{FF2B5EF4-FFF2-40B4-BE49-F238E27FC236}">
                <a16:creationId xmlns:a16="http://schemas.microsoft.com/office/drawing/2014/main" id="{AE722AFD-22D7-4BD8-B055-3867C3800E16}"/>
              </a:ext>
            </a:extLst>
          </p:cNvPr>
          <p:cNvSpPr/>
          <p:nvPr userDrawn="1"/>
        </p:nvSpPr>
        <p:spPr>
          <a:xfrm>
            <a:off x="6282845" y="525294"/>
            <a:ext cx="1913128" cy="214008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3" name="Freeform: Shape 12">
            <a:extLst>
              <a:ext uri="{FF2B5EF4-FFF2-40B4-BE49-F238E27FC236}">
                <a16:creationId xmlns:a16="http://schemas.microsoft.com/office/drawing/2014/main" id="{5D0355E4-3980-42A9-9376-74163520D39D}"/>
              </a:ext>
            </a:extLst>
          </p:cNvPr>
          <p:cNvSpPr/>
          <p:nvPr userDrawn="1"/>
        </p:nvSpPr>
        <p:spPr>
          <a:xfrm>
            <a:off x="8375472" y="496110"/>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6" name="Freeform: Shape 15">
            <a:extLst>
              <a:ext uri="{FF2B5EF4-FFF2-40B4-BE49-F238E27FC236}">
                <a16:creationId xmlns:a16="http://schemas.microsoft.com/office/drawing/2014/main" id="{B9D430ED-A815-4274-966C-8192C4230569}"/>
              </a:ext>
            </a:extLst>
          </p:cNvPr>
          <p:cNvSpPr/>
          <p:nvPr userDrawn="1"/>
        </p:nvSpPr>
        <p:spPr>
          <a:xfrm>
            <a:off x="9403474" y="2310314"/>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29" name="Freeform 28">
            <a:extLst>
              <a:ext uri="{FF2B5EF4-FFF2-40B4-BE49-F238E27FC236}">
                <a16:creationId xmlns:a16="http://schemas.microsoft.com/office/drawing/2014/main" id="{0B88ADED-0863-78D3-7710-E131932E965F}"/>
              </a:ext>
            </a:extLst>
          </p:cNvPr>
          <p:cNvSpPr/>
          <p:nvPr userDrawn="1"/>
        </p:nvSpPr>
        <p:spPr>
          <a:xfrm>
            <a:off x="10460480" y="505838"/>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8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8"/>
                </a:lnTo>
                <a:lnTo>
                  <a:pt x="956364" y="2159541"/>
                </a:lnTo>
                <a:lnTo>
                  <a:pt x="0" y="1623503"/>
                </a:lnTo>
                <a:lnTo>
                  <a:pt x="0" y="543733"/>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27">
            <a:extLst>
              <a:ext uri="{FF2B5EF4-FFF2-40B4-BE49-F238E27FC236}">
                <a16:creationId xmlns:a16="http://schemas.microsoft.com/office/drawing/2014/main" id="{32435EB1-8BEE-9EEE-D9E4-E53D56B7E09C}"/>
              </a:ext>
            </a:extLst>
          </p:cNvPr>
          <p:cNvSpPr/>
          <p:nvPr userDrawn="1"/>
        </p:nvSpPr>
        <p:spPr>
          <a:xfrm>
            <a:off x="11498097" y="2436654"/>
            <a:ext cx="698022" cy="1868948"/>
          </a:xfrm>
          <a:custGeom>
            <a:avLst/>
            <a:gdLst>
              <a:gd name="connsiteX0" fmla="*/ 698022 w 698022"/>
              <a:gd name="connsiteY0" fmla="*/ 0 h 1868948"/>
              <a:gd name="connsiteX1" fmla="*/ 698022 w 698022"/>
              <a:gd name="connsiteY1" fmla="*/ 1868948 h 1868948"/>
              <a:gd name="connsiteX2" fmla="*/ 0 w 698022"/>
              <a:gd name="connsiteY2" fmla="*/ 1477709 h 1868948"/>
              <a:gd name="connsiteX3" fmla="*/ 0 w 698022"/>
              <a:gd name="connsiteY3" fmla="*/ 397939 h 1868948"/>
            </a:gdLst>
            <a:ahLst/>
            <a:cxnLst>
              <a:cxn ang="0">
                <a:pos x="connsiteX0" y="connsiteY0"/>
              </a:cxn>
              <a:cxn ang="0">
                <a:pos x="connsiteX1" y="connsiteY1"/>
              </a:cxn>
              <a:cxn ang="0">
                <a:pos x="connsiteX2" y="connsiteY2"/>
              </a:cxn>
              <a:cxn ang="0">
                <a:pos x="connsiteX3" y="connsiteY3"/>
              </a:cxn>
            </a:cxnLst>
            <a:rect l="l" t="t" r="r" b="b"/>
            <a:pathLst>
              <a:path w="698022" h="1868948">
                <a:moveTo>
                  <a:pt x="698022" y="0"/>
                </a:moveTo>
                <a:lnTo>
                  <a:pt x="698022" y="1868948"/>
                </a:lnTo>
                <a:lnTo>
                  <a:pt x="0" y="1477709"/>
                </a:lnTo>
                <a:lnTo>
                  <a:pt x="0" y="3979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29">
            <a:extLst>
              <a:ext uri="{FF2B5EF4-FFF2-40B4-BE49-F238E27FC236}">
                <a16:creationId xmlns:a16="http://schemas.microsoft.com/office/drawing/2014/main" id="{2692688E-3654-181E-6244-F2CED7612746}"/>
              </a:ext>
            </a:extLst>
          </p:cNvPr>
          <p:cNvSpPr/>
          <p:nvPr userDrawn="1"/>
        </p:nvSpPr>
        <p:spPr>
          <a:xfrm>
            <a:off x="10460480" y="4114794"/>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9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9"/>
                </a:lnTo>
                <a:lnTo>
                  <a:pt x="956364" y="2159541"/>
                </a:lnTo>
                <a:lnTo>
                  <a:pt x="0" y="1623503"/>
                </a:lnTo>
                <a:lnTo>
                  <a:pt x="0" y="543733"/>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 name="Footer Placeholder 1">
            <a:extLst>
              <a:ext uri="{FF2B5EF4-FFF2-40B4-BE49-F238E27FC236}">
                <a16:creationId xmlns:a16="http://schemas.microsoft.com/office/drawing/2014/main" id="{D6B1A7E0-D0BF-7FCA-D296-94BFC0D611C5}"/>
              </a:ext>
            </a:extLst>
          </p:cNvPr>
          <p:cNvSpPr>
            <a:spLocks noGrp="1"/>
          </p:cNvSpPr>
          <p:nvPr>
            <p:ph type="ftr" sz="quarter" idx="33"/>
          </p:nvPr>
        </p:nvSpPr>
        <p:spPr/>
        <p:txBody>
          <a:bodyPr/>
          <a:lstStyle/>
          <a:p>
            <a:endParaRPr lang="en-US" noProof="0" dirty="0"/>
          </a:p>
        </p:txBody>
      </p:sp>
      <p:sp>
        <p:nvSpPr>
          <p:cNvPr id="3" name="Slide Number Placeholder 2">
            <a:extLst>
              <a:ext uri="{FF2B5EF4-FFF2-40B4-BE49-F238E27FC236}">
                <a16:creationId xmlns:a16="http://schemas.microsoft.com/office/drawing/2014/main" id="{FCAC10D1-DF42-8734-0793-84312B963E62}"/>
              </a:ext>
            </a:extLst>
          </p:cNvPr>
          <p:cNvSpPr>
            <a:spLocks noGrp="1"/>
          </p:cNvSpPr>
          <p:nvPr>
            <p:ph type="sldNum" sz="quarter" idx="34"/>
          </p:nvPr>
        </p:nvSpPr>
        <p:spPr/>
        <p:txBody>
          <a:bodyPr/>
          <a:lstStyle/>
          <a:p>
            <a:fld id="{47FEACEE-25B4-4A2D-B147-27296E36371D}" type="slidenum">
              <a:rPr lang="en-US" altLang="zh-CN" noProof="0" smtClean="0"/>
              <a:pPr/>
              <a:t>‹#›</a:t>
            </a:fld>
            <a:endParaRPr lang="en-US" altLang="zh-CN" noProof="0" dirty="0"/>
          </a:p>
        </p:txBody>
      </p:sp>
      <p:sp>
        <p:nvSpPr>
          <p:cNvPr id="8" name="Freeform 7">
            <a:extLst>
              <a:ext uri="{FF2B5EF4-FFF2-40B4-BE49-F238E27FC236}">
                <a16:creationId xmlns:a16="http://schemas.microsoft.com/office/drawing/2014/main" id="{24C8F37E-3F74-F3FA-C9D8-7083DF2BBECC}"/>
              </a:ext>
            </a:extLst>
          </p:cNvPr>
          <p:cNvSpPr/>
          <p:nvPr userDrawn="1"/>
        </p:nvSpPr>
        <p:spPr>
          <a:xfrm>
            <a:off x="7325349"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FB905CE6-1C2F-E053-4D14-6B86F4EFDC10}"/>
              </a:ext>
            </a:extLst>
          </p:cNvPr>
          <p:cNvSpPr/>
          <p:nvPr userDrawn="1"/>
        </p:nvSpPr>
        <p:spPr>
          <a:xfrm>
            <a:off x="9416816"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12">
            <a:extLst>
              <a:ext uri="{FF2B5EF4-FFF2-40B4-BE49-F238E27FC236}">
                <a16:creationId xmlns:a16="http://schemas.microsoft.com/office/drawing/2014/main" id="{0B2D3BF4-495E-23C2-9911-15BC9E0D8EA7}"/>
              </a:ext>
            </a:extLst>
          </p:cNvPr>
          <p:cNvSpPr/>
          <p:nvPr userDrawn="1"/>
        </p:nvSpPr>
        <p:spPr>
          <a:xfrm>
            <a:off x="1571157" y="505838"/>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8" name="Freeform 17">
            <a:extLst>
              <a:ext uri="{FF2B5EF4-FFF2-40B4-BE49-F238E27FC236}">
                <a16:creationId xmlns:a16="http://schemas.microsoft.com/office/drawing/2014/main" id="{62629C19-89EB-BC19-9230-7F7675E16EFF}"/>
              </a:ext>
            </a:extLst>
          </p:cNvPr>
          <p:cNvSpPr/>
          <p:nvPr userDrawn="1"/>
        </p:nvSpPr>
        <p:spPr>
          <a:xfrm>
            <a:off x="521034"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2"/>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143481105"/>
      </p:ext>
    </p:extLst>
  </p:cSld>
  <p:clrMapOvr>
    <a:masterClrMapping/>
  </p:clrMapOvr>
  <p:extLst>
    <p:ext uri="{DCECCB84-F9BA-43D5-87BE-67443E8EF086}">
      <p15:sldGuideLst xmlns:p15="http://schemas.microsoft.com/office/powerpoint/2012/main">
        <p15:guide id="1" orient="horz" pos="528">
          <p15:clr>
            <a:srgbClr val="FBAE40"/>
          </p15:clr>
        </p15:guide>
        <p15:guide id="2" pos="504"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6"/>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5998464" y="731520"/>
            <a:ext cx="5029200" cy="3291840"/>
          </a:xfrm>
        </p:spPr>
        <p:txBody>
          <a:bodyPr anchor="b">
            <a:normAutofit/>
          </a:bodyPr>
          <a:lstStyle/>
          <a:p>
            <a:r>
              <a:rPr lang="en-US" noProof="0"/>
              <a:t>Click to edit Master title style</a:t>
            </a:r>
            <a:endParaRPr lang="en-US" noProof="0" dirty="0"/>
          </a:p>
        </p:txBody>
      </p: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6117336" y="4172084"/>
            <a:ext cx="4910328" cy="1005840"/>
          </a:xfrm>
          <a:prstGeom prst="rect">
            <a:avLst/>
          </a:prstGeom>
        </p:spPr>
        <p:txBody>
          <a:bodyPr>
            <a:normAutofit/>
          </a:bodyPr>
          <a:lstStyle>
            <a:lvl1pPr marL="0" indent="0">
              <a:lnSpc>
                <a:spcPct val="100000"/>
              </a:lnSpc>
              <a:buNone/>
              <a:defRPr sz="18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2" name="Freeform: Shape 5">
            <a:extLst>
              <a:ext uri="{FF2B5EF4-FFF2-40B4-BE49-F238E27FC236}">
                <a16:creationId xmlns:a16="http://schemas.microsoft.com/office/drawing/2014/main" id="{B17C1EC9-3787-8D41-B5F1-BF16FD5C7ACB}"/>
              </a:ext>
            </a:extLst>
          </p:cNvPr>
          <p:cNvSpPr/>
          <p:nvPr userDrawn="1"/>
        </p:nvSpPr>
        <p:spPr>
          <a:xfrm>
            <a:off x="3843559" y="722518"/>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4" name="Freeform: Shape 6">
            <a:extLst>
              <a:ext uri="{FF2B5EF4-FFF2-40B4-BE49-F238E27FC236}">
                <a16:creationId xmlns:a16="http://schemas.microsoft.com/office/drawing/2014/main" id="{E945D8B2-8BED-B43F-8D56-AB19D0D29970}"/>
              </a:ext>
            </a:extLst>
          </p:cNvPr>
          <p:cNvSpPr/>
          <p:nvPr userDrawn="1"/>
        </p:nvSpPr>
        <p:spPr>
          <a:xfrm>
            <a:off x="1223929" y="1436914"/>
            <a:ext cx="2857005" cy="326977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600" noProof="0" dirty="0"/>
          </a:p>
        </p:txBody>
      </p:sp>
      <p:sp>
        <p:nvSpPr>
          <p:cNvPr id="5" name="Freeform: Shape 7">
            <a:extLst>
              <a:ext uri="{FF2B5EF4-FFF2-40B4-BE49-F238E27FC236}">
                <a16:creationId xmlns:a16="http://schemas.microsoft.com/office/drawing/2014/main" id="{3853EA5E-735A-20F3-684A-C0AD030EC2D4}"/>
              </a:ext>
            </a:extLst>
          </p:cNvPr>
          <p:cNvSpPr/>
          <p:nvPr userDrawn="1"/>
        </p:nvSpPr>
        <p:spPr>
          <a:xfrm>
            <a:off x="758702" y="3457554"/>
            <a:ext cx="1208037" cy="138175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6" name="Freeform: Shape 11">
            <a:extLst>
              <a:ext uri="{FF2B5EF4-FFF2-40B4-BE49-F238E27FC236}">
                <a16:creationId xmlns:a16="http://schemas.microsoft.com/office/drawing/2014/main" id="{75DB4848-0824-8316-ED27-44DF37AD6F3D}"/>
              </a:ext>
            </a:extLst>
          </p:cNvPr>
          <p:cNvSpPr/>
          <p:nvPr userDrawn="1"/>
        </p:nvSpPr>
        <p:spPr>
          <a:xfrm>
            <a:off x="2917915" y="4662164"/>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cxnSp>
        <p:nvCxnSpPr>
          <p:cNvPr id="7" name="Straight Connector 2">
            <a:extLst>
              <a:ext uri="{FF2B5EF4-FFF2-40B4-BE49-F238E27FC236}">
                <a16:creationId xmlns:a16="http://schemas.microsoft.com/office/drawing/2014/main" id="{8784B377-2FE4-4091-C29F-46938ECFA73E}"/>
              </a:ext>
            </a:extLst>
          </p:cNvPr>
          <p:cNvCxnSpPr/>
          <p:nvPr userDrawn="1"/>
        </p:nvCxnSpPr>
        <p:spPr>
          <a:xfrm>
            <a:off x="5998709" y="4172084"/>
            <a:ext cx="0" cy="760288"/>
          </a:xfrm>
          <a:prstGeom prst="line">
            <a:avLst/>
          </a:prstGeom>
          <a:noFill/>
          <a:ln w="19050" cap="flat" cmpd="sng" algn="ctr">
            <a:solidFill>
              <a:srgbClr val="D84400"/>
            </a:solidFill>
            <a:prstDash val="solid"/>
            <a:miter lim="800000"/>
          </a:ln>
          <a:effectLst/>
        </p:spPr>
      </p:cxnSp>
    </p:spTree>
    <p:extLst>
      <p:ext uri="{BB962C8B-B14F-4D97-AF65-F5344CB8AC3E}">
        <p14:creationId xmlns:p14="http://schemas.microsoft.com/office/powerpoint/2010/main" val="2612047778"/>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with image">
    <p:bg>
      <p:bgPr>
        <a:solidFill>
          <a:schemeClr val="accent6"/>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143000" y="3200400"/>
            <a:ext cx="5029200" cy="2743200"/>
          </a:xfrm>
        </p:spPr>
        <p:txBody>
          <a:bodyPr anchor="t">
            <a:normAutofit/>
          </a:bodyPr>
          <a:lstStyle>
            <a:lvl1pPr>
              <a:defRPr sz="4800"/>
            </a:lvl1pPr>
          </a:lstStyle>
          <a:p>
            <a:r>
              <a:rPr lang="en-US" noProof="0"/>
              <a:t>Click to edit Master title style</a:t>
            </a:r>
            <a:endParaRPr lang="en-US" noProof="0" dirty="0"/>
          </a:p>
        </p:txBody>
      </p:sp>
      <p:pic>
        <p:nvPicPr>
          <p:cNvPr id="10" name="Picture Placeholder 31">
            <a:extLst>
              <a:ext uri="{FF2B5EF4-FFF2-40B4-BE49-F238E27FC236}">
                <a16:creationId xmlns:a16="http://schemas.microsoft.com/office/drawing/2014/main" id="{373D33A6-83B0-5538-2873-8856E4E60DC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rcRect t="2555" b="2555"/>
          <a:stretch>
            <a:fillRect/>
          </a:stretch>
        </p:blipFill>
        <p:spPr>
          <a:xfrm>
            <a:off x="6504265" y="3029080"/>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accent5">
              <a:alpha val="30000"/>
            </a:schemeClr>
          </a:solidFill>
        </p:spPr>
      </p:pic>
      <p:sp>
        <p:nvSpPr>
          <p:cNvPr id="7" name="Content placeholder 47">
            <a:extLst>
              <a:ext uri="{FF2B5EF4-FFF2-40B4-BE49-F238E27FC236}">
                <a16:creationId xmlns:a16="http://schemas.microsoft.com/office/drawing/2014/main" id="{3944D979-8121-82AA-A130-38072F1EA83F}"/>
              </a:ext>
            </a:extLst>
          </p:cNvPr>
          <p:cNvSpPr>
            <a:spLocks noGrp="1"/>
          </p:cNvSpPr>
          <p:nvPr>
            <p:ph type="pic" sz="quarter" idx="47" hasCustomPrompt="1"/>
          </p:nvPr>
        </p:nvSpPr>
        <p:spPr>
          <a:xfrm>
            <a:off x="7493157" y="529148"/>
            <a:ext cx="4248873" cy="473113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dirty="0"/>
              <a:t>Click icon to add picture≈≈</a:t>
            </a:r>
          </a:p>
        </p:txBody>
      </p: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1261872" y="2240280"/>
            <a:ext cx="5029200" cy="760288"/>
          </a:xfrm>
          <a:prstGeom prst="rect">
            <a:avLst/>
          </a:prstGeom>
        </p:spPr>
        <p:txBody>
          <a:bodyPr anchor="b">
            <a:normAutofit/>
          </a:bodyPr>
          <a:lstStyle>
            <a:lvl1pPr marL="0" indent="0">
              <a:lnSpc>
                <a:spcPct val="100000"/>
              </a:lnSpc>
              <a:buNone/>
              <a:defRPr sz="20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5" name="Freeform: Shape 25">
            <a:extLst>
              <a:ext uri="{FF2B5EF4-FFF2-40B4-BE49-F238E27FC236}">
                <a16:creationId xmlns:a16="http://schemas.microsoft.com/office/drawing/2014/main" id="{8A1DBD66-3066-DF70-EF94-95DF0D7A6503}"/>
              </a:ext>
            </a:extLst>
          </p:cNvPr>
          <p:cNvSpPr/>
          <p:nvPr userDrawn="1"/>
        </p:nvSpPr>
        <p:spPr>
          <a:xfrm flipH="1">
            <a:off x="7400972" y="4594440"/>
            <a:ext cx="1347680" cy="158117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Freeform: Shape 11">
            <a:extLst>
              <a:ext uri="{FF2B5EF4-FFF2-40B4-BE49-F238E27FC236}">
                <a16:creationId xmlns:a16="http://schemas.microsoft.com/office/drawing/2014/main" id="{D2CC929C-40BF-4EF5-7910-7F657CAF8CA9}"/>
              </a:ext>
            </a:extLst>
          </p:cNvPr>
          <p:cNvSpPr/>
          <p:nvPr userDrawn="1"/>
        </p:nvSpPr>
        <p:spPr>
          <a:xfrm>
            <a:off x="6521016" y="4772906"/>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cxnSp>
        <p:nvCxnSpPr>
          <p:cNvPr id="9" name="Straight Connector 2">
            <a:extLst>
              <a:ext uri="{FF2B5EF4-FFF2-40B4-BE49-F238E27FC236}">
                <a16:creationId xmlns:a16="http://schemas.microsoft.com/office/drawing/2014/main" id="{66E94398-47F0-267C-6791-5C30B1CEF496}"/>
              </a:ext>
            </a:extLst>
          </p:cNvPr>
          <p:cNvCxnSpPr/>
          <p:nvPr userDrawn="1"/>
        </p:nvCxnSpPr>
        <p:spPr>
          <a:xfrm>
            <a:off x="1142663" y="2282891"/>
            <a:ext cx="0" cy="760288"/>
          </a:xfrm>
          <a:prstGeom prst="line">
            <a:avLst/>
          </a:prstGeom>
          <a:noFill/>
          <a:ln w="19050" cap="flat" cmpd="sng" algn="ctr">
            <a:solidFill>
              <a:srgbClr val="D84400"/>
            </a:solidFill>
            <a:prstDash val="solid"/>
            <a:miter lim="800000"/>
          </a:ln>
          <a:effectLst/>
        </p:spPr>
      </p:cxnSp>
    </p:spTree>
    <p:extLst>
      <p:ext uri="{BB962C8B-B14F-4D97-AF65-F5344CB8AC3E}">
        <p14:creationId xmlns:p14="http://schemas.microsoft.com/office/powerpoint/2010/main" val="777926280"/>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01">
    <p:spTree>
      <p:nvGrpSpPr>
        <p:cNvPr id="1" name=""/>
        <p:cNvGrpSpPr/>
        <p:nvPr/>
      </p:nvGrpSpPr>
      <p:grpSpPr>
        <a:xfrm>
          <a:off x="0" y="0"/>
          <a:ext cx="0" cy="0"/>
          <a:chOff x="0" y="0"/>
          <a:chExt cx="0" cy="0"/>
        </a:xfrm>
      </p:grpSpPr>
      <p:sp>
        <p:nvSpPr>
          <p:cNvPr id="11" name="Title Placeholder 4">
            <a:extLst>
              <a:ext uri="{FF2B5EF4-FFF2-40B4-BE49-F238E27FC236}">
                <a16:creationId xmlns:a16="http://schemas.microsoft.com/office/drawing/2014/main" id="{05751864-B11A-0286-13EA-2AC2A2C8DD5D}"/>
              </a:ext>
            </a:extLst>
          </p:cNvPr>
          <p:cNvSpPr>
            <a:spLocks noGrp="1"/>
          </p:cNvSpPr>
          <p:nvPr>
            <p:ph type="title"/>
          </p:nvPr>
        </p:nvSpPr>
        <p:spPr>
          <a:xfrm>
            <a:off x="914400" y="731520"/>
            <a:ext cx="4663440" cy="1737360"/>
          </a:xfrm>
          <a:prstGeom prst="rect">
            <a:avLst/>
          </a:prstGeom>
        </p:spPr>
        <p:txBody>
          <a:bodyPr vert="horz" lIns="91440" tIns="45720" rIns="91440" bIns="45720" rtlCol="0" anchor="t">
            <a:normAutofit/>
          </a:bodyPr>
          <a:lstStyle>
            <a:lvl1pPr>
              <a:defRPr sz="3600"/>
            </a:lvl1pPr>
          </a:lstStyle>
          <a:p>
            <a:endParaRPr lang="en-US" dirty="0"/>
          </a:p>
        </p:txBody>
      </p:sp>
      <p:sp>
        <p:nvSpPr>
          <p:cNvPr id="3" name="Content Placeholder 2">
            <a:extLst>
              <a:ext uri="{FF2B5EF4-FFF2-40B4-BE49-F238E27FC236}">
                <a16:creationId xmlns:a16="http://schemas.microsoft.com/office/drawing/2014/main" id="{83E7A93C-2947-B6E4-C693-7C485DDC0135}"/>
              </a:ext>
            </a:extLst>
          </p:cNvPr>
          <p:cNvSpPr>
            <a:spLocks noGrp="1"/>
          </p:cNvSpPr>
          <p:nvPr>
            <p:ph idx="1"/>
          </p:nvPr>
        </p:nvSpPr>
        <p:spPr>
          <a:xfrm>
            <a:off x="5852160" y="731520"/>
            <a:ext cx="5486400" cy="173736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E8A3F288-990F-014E-F099-1E3091477CA7}"/>
              </a:ext>
            </a:extLst>
          </p:cNvPr>
          <p:cNvSpPr>
            <a:spLocks noGrp="1"/>
          </p:cNvSpPr>
          <p:nvPr>
            <p:ph idx="30"/>
          </p:nvPr>
        </p:nvSpPr>
        <p:spPr>
          <a:xfrm>
            <a:off x="914400" y="2743200"/>
            <a:ext cx="8348472" cy="3374136"/>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reeform: Shape 5">
            <a:extLst>
              <a:ext uri="{FF2B5EF4-FFF2-40B4-BE49-F238E27FC236}">
                <a16:creationId xmlns:a16="http://schemas.microsoft.com/office/drawing/2014/main" id="{3F619E6B-153E-B522-47EB-4104C405736C}"/>
              </a:ext>
            </a:extLst>
          </p:cNvPr>
          <p:cNvSpPr/>
          <p:nvPr userDrawn="1"/>
        </p:nvSpPr>
        <p:spPr>
          <a:xfrm>
            <a:off x="10551278" y="4665388"/>
            <a:ext cx="603952" cy="68174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Freeform 11">
            <a:extLst>
              <a:ext uri="{FF2B5EF4-FFF2-40B4-BE49-F238E27FC236}">
                <a16:creationId xmlns:a16="http://schemas.microsoft.com/office/drawing/2014/main" id="{687A7B3D-E004-6D6A-5979-8F1BADBC9237}"/>
              </a:ext>
            </a:extLst>
          </p:cNvPr>
          <p:cNvSpPr/>
          <p:nvPr userDrawn="1"/>
        </p:nvSpPr>
        <p:spPr>
          <a:xfrm>
            <a:off x="10524774" y="5146146"/>
            <a:ext cx="1667226" cy="1711855"/>
          </a:xfrm>
          <a:custGeom>
            <a:avLst/>
            <a:gdLst>
              <a:gd name="connsiteX0" fmla="*/ 998834 w 1667226"/>
              <a:gd name="connsiteY0" fmla="*/ 0 h 1711855"/>
              <a:gd name="connsiteX1" fmla="*/ 1667226 w 1667226"/>
              <a:gd name="connsiteY1" fmla="*/ 373790 h 1711855"/>
              <a:gd name="connsiteX2" fmla="*/ 1667226 w 1667226"/>
              <a:gd name="connsiteY2" fmla="*/ 1711855 h 1711855"/>
              <a:gd name="connsiteX3" fmla="*/ 48502 w 1667226"/>
              <a:gd name="connsiteY3" fmla="*/ 1711855 h 1711855"/>
              <a:gd name="connsiteX4" fmla="*/ 0 w 1667226"/>
              <a:gd name="connsiteY4" fmla="*/ 1684915 h 1711855"/>
              <a:gd name="connsiteX5" fmla="*/ 0 w 1667226"/>
              <a:gd name="connsiteY5" fmla="*/ 564300 h 1711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67226" h="1711855">
                <a:moveTo>
                  <a:pt x="998834" y="0"/>
                </a:moveTo>
                <a:lnTo>
                  <a:pt x="1667226" y="373790"/>
                </a:lnTo>
                <a:lnTo>
                  <a:pt x="1667226" y="1711855"/>
                </a:lnTo>
                <a:lnTo>
                  <a:pt x="48502" y="1711855"/>
                </a:lnTo>
                <a:lnTo>
                  <a:pt x="0" y="1684915"/>
                </a:lnTo>
                <a:lnTo>
                  <a:pt x="0" y="564300"/>
                </a:ln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1">
            <a:extLst>
              <a:ext uri="{FF2B5EF4-FFF2-40B4-BE49-F238E27FC236}">
                <a16:creationId xmlns:a16="http://schemas.microsoft.com/office/drawing/2014/main" id="{A4CA3A93-BDBF-112D-54A0-05BF6B06BCC1}"/>
              </a:ext>
            </a:extLst>
          </p:cNvPr>
          <p:cNvSpPr/>
          <p:nvPr userDrawn="1"/>
        </p:nvSpPr>
        <p:spPr>
          <a:xfrm>
            <a:off x="10177285" y="5347130"/>
            <a:ext cx="748554" cy="85636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2" name="Footer Placeholder 1">
            <a:extLst>
              <a:ext uri="{FF2B5EF4-FFF2-40B4-BE49-F238E27FC236}">
                <a16:creationId xmlns:a16="http://schemas.microsoft.com/office/drawing/2014/main" id="{5F7A154B-D8F5-C1FB-307D-496380875BD1}"/>
              </a:ext>
            </a:extLst>
          </p:cNvPr>
          <p:cNvSpPr>
            <a:spLocks noGrp="1"/>
          </p:cNvSpPr>
          <p:nvPr>
            <p:ph type="ftr" sz="quarter" idx="28"/>
          </p:nvPr>
        </p:nvSpPr>
        <p:spPr/>
        <p:txBody>
          <a:bodyPr>
            <a:noAutofit/>
          </a:bodyPr>
          <a:lstStyle/>
          <a:p>
            <a:endParaRPr lang="en-US" noProof="0" dirty="0"/>
          </a:p>
        </p:txBody>
      </p:sp>
      <p:sp>
        <p:nvSpPr>
          <p:cNvPr id="5" name="Slide Number Placeholder 4">
            <a:extLst>
              <a:ext uri="{FF2B5EF4-FFF2-40B4-BE49-F238E27FC236}">
                <a16:creationId xmlns:a16="http://schemas.microsoft.com/office/drawing/2014/main" id="{D728715E-D2CE-A33E-1A28-4E627F239BBE}"/>
              </a:ext>
            </a:extLst>
          </p:cNvPr>
          <p:cNvSpPr>
            <a:spLocks noGrp="1"/>
          </p:cNvSpPr>
          <p:nvPr>
            <p:ph type="sldNum" sz="quarter" idx="29"/>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2121256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C1D3CF-F6AF-93EB-C40E-C278E58442C0}"/>
              </a:ext>
            </a:extLst>
          </p:cNvPr>
          <p:cNvSpPr>
            <a:spLocks noGrp="1"/>
          </p:cNvSpPr>
          <p:nvPr>
            <p:ph type="title"/>
          </p:nvPr>
        </p:nvSpPr>
        <p:spPr>
          <a:xfrm>
            <a:off x="914400" y="731520"/>
            <a:ext cx="3931920" cy="2103120"/>
          </a:xfrm>
        </p:spPr>
        <p:txBody>
          <a:bodyPr anchor="b">
            <a:normAutofit/>
          </a:bodyPr>
          <a:lstStyle>
            <a:lvl1pPr>
              <a:defRPr sz="36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2317990C-ED42-30BE-0501-F9C5B4A48B73}"/>
              </a:ext>
            </a:extLst>
          </p:cNvPr>
          <p:cNvSpPr>
            <a:spLocks noGrp="1"/>
          </p:cNvSpPr>
          <p:nvPr>
            <p:ph idx="1"/>
          </p:nvPr>
        </p:nvSpPr>
        <p:spPr>
          <a:xfrm>
            <a:off x="914400" y="3108960"/>
            <a:ext cx="3931920" cy="265176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Picture Placeholder 7">
            <a:extLst>
              <a:ext uri="{FF2B5EF4-FFF2-40B4-BE49-F238E27FC236}">
                <a16:creationId xmlns:a16="http://schemas.microsoft.com/office/drawing/2014/main" id="{4AC62875-1B1B-E814-6549-162A8DBF8929}"/>
              </a:ext>
            </a:extLst>
          </p:cNvPr>
          <p:cNvSpPr>
            <a:spLocks noGrp="1"/>
          </p:cNvSpPr>
          <p:nvPr>
            <p:ph type="pic" sz="quarter" idx="54"/>
          </p:nvPr>
        </p:nvSpPr>
        <p:spPr>
          <a:xfrm>
            <a:off x="5745002" y="0"/>
            <a:ext cx="6446999" cy="6858000"/>
          </a:xfrm>
          <a:custGeom>
            <a:avLst/>
            <a:gdLst>
              <a:gd name="connsiteX0" fmla="*/ 2513726 w 6446999"/>
              <a:gd name="connsiteY0" fmla="*/ 0 h 6858000"/>
              <a:gd name="connsiteX1" fmla="*/ 4301949 w 6446999"/>
              <a:gd name="connsiteY1" fmla="*/ 0 h 6858000"/>
              <a:gd name="connsiteX2" fmla="*/ 6446999 w 6446999"/>
              <a:gd name="connsiteY2" fmla="*/ 1338386 h 6858000"/>
              <a:gd name="connsiteX3" fmla="*/ 6446999 w 6446999"/>
              <a:gd name="connsiteY3" fmla="*/ 5624376 h 6858000"/>
              <a:gd name="connsiteX4" fmla="*/ 4342124 w 6446999"/>
              <a:gd name="connsiteY4" fmla="*/ 6858000 h 6858000"/>
              <a:gd name="connsiteX5" fmla="*/ 2553921 w 6446999"/>
              <a:gd name="connsiteY5" fmla="*/ 6858000 h 6858000"/>
              <a:gd name="connsiteX6" fmla="*/ 661 w 6446999"/>
              <a:gd name="connsiteY6" fmla="*/ 5339864 h 6858000"/>
              <a:gd name="connsiteX7" fmla="*/ 299 w 6446999"/>
              <a:gd name="connsiteY7" fmla="*/ 139604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46999" h="6858000">
                <a:moveTo>
                  <a:pt x="2513726" y="0"/>
                </a:moveTo>
                <a:lnTo>
                  <a:pt x="4301949" y="0"/>
                </a:lnTo>
                <a:lnTo>
                  <a:pt x="6446999" y="1338386"/>
                </a:lnTo>
                <a:lnTo>
                  <a:pt x="6446999" y="5624376"/>
                </a:lnTo>
                <a:lnTo>
                  <a:pt x="4342124" y="6858000"/>
                </a:lnTo>
                <a:lnTo>
                  <a:pt x="2553921" y="6858000"/>
                </a:lnTo>
                <a:lnTo>
                  <a:pt x="661" y="5339864"/>
                </a:lnTo>
                <a:cubicBezTo>
                  <a:pt x="-1473" y="4048155"/>
                  <a:pt x="2433" y="2687753"/>
                  <a:pt x="299" y="1396044"/>
                </a:cubicBezTo>
                <a:close/>
              </a:path>
            </a:pathLst>
          </a:custGeom>
        </p:spPr>
        <p:txBody>
          <a:bodyPr wrap="square" anchor="ctr">
            <a:noAutofit/>
          </a:bodyPr>
          <a:lstStyle>
            <a:lvl1pPr marL="0" indent="0">
              <a:buNone/>
              <a:defRPr sz="1600"/>
            </a:lvl1pPr>
          </a:lstStyle>
          <a:p>
            <a:endParaRPr lang="en-US" dirty="0"/>
          </a:p>
        </p:txBody>
      </p:sp>
      <p:sp>
        <p:nvSpPr>
          <p:cNvPr id="5" name="Footer Placeholder 4">
            <a:extLst>
              <a:ext uri="{FF2B5EF4-FFF2-40B4-BE49-F238E27FC236}">
                <a16:creationId xmlns:a16="http://schemas.microsoft.com/office/drawing/2014/main" id="{41F6C45B-70BB-86F1-1866-F93BEC26ACF8}"/>
              </a:ext>
            </a:extLst>
          </p:cNvPr>
          <p:cNvSpPr>
            <a:spLocks noGrp="1"/>
          </p:cNvSpPr>
          <p:nvPr>
            <p:ph type="ftr" sz="quarter" idx="52"/>
          </p:nvPr>
        </p:nvSpPr>
        <p:spPr/>
        <p:txBody>
          <a:bodyPr>
            <a:noAutofit/>
          </a:bodyPr>
          <a:lstStyle/>
          <a:p>
            <a:endParaRPr lang="en-US" noProof="0" dirty="0"/>
          </a:p>
        </p:txBody>
      </p:sp>
      <p:sp>
        <p:nvSpPr>
          <p:cNvPr id="7" name="Slide Number Placeholder 6">
            <a:extLst>
              <a:ext uri="{FF2B5EF4-FFF2-40B4-BE49-F238E27FC236}">
                <a16:creationId xmlns:a16="http://schemas.microsoft.com/office/drawing/2014/main" id="{0870044D-485D-043B-9D5B-C01AA8E06447}"/>
              </a:ext>
            </a:extLst>
          </p:cNvPr>
          <p:cNvSpPr>
            <a:spLocks noGrp="1"/>
          </p:cNvSpPr>
          <p:nvPr>
            <p:ph type="sldNum" sz="quarter" idx="53"/>
          </p:nvPr>
        </p:nvSpPr>
        <p:spPr/>
        <p:txBody>
          <a:bodyPr>
            <a:noAutofit/>
          </a:bodyPr>
          <a:lstStyle/>
          <a:p>
            <a:fld id="{47FEACEE-25B4-4A2D-B147-27296E36371D}" type="slidenum">
              <a:rPr lang="en-US" altLang="zh-CN" noProof="0" smtClean="0"/>
              <a:pPr/>
              <a:t>‹#›</a:t>
            </a:fld>
            <a:endParaRPr lang="en-US" altLang="zh-CN" noProof="0" dirty="0"/>
          </a:p>
        </p:txBody>
      </p:sp>
      <p:sp>
        <p:nvSpPr>
          <p:cNvPr id="2" name="Freeform: Shape 1">
            <a:extLst>
              <a:ext uri="{FF2B5EF4-FFF2-40B4-BE49-F238E27FC236}">
                <a16:creationId xmlns:a16="http://schemas.microsoft.com/office/drawing/2014/main" id="{D91FB993-29E1-3DBD-8335-7970016F8DE7}"/>
              </a:ext>
              <a:ext uri="{C183D7F6-B498-43B3-948B-1728B52AA6E4}">
                <adec:decorative xmlns:adec="http://schemas.microsoft.com/office/drawing/2017/decorative" val="1"/>
              </a:ext>
            </a:extLst>
          </p:cNvPr>
          <p:cNvSpPr/>
          <p:nvPr userDrawn="1"/>
        </p:nvSpPr>
        <p:spPr>
          <a:xfrm>
            <a:off x="5203802" y="480395"/>
            <a:ext cx="1896941" cy="217161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noFill/>
          <a:ln w="19050" cap="flat" cmpd="sng" algn="ctr">
            <a:solidFill>
              <a:srgbClr val="C95B3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rgbClr val="F7D952"/>
              </a:solidFill>
              <a:effectLst/>
              <a:uLnTx/>
              <a:uFillTx/>
              <a:latin typeface="Posterama Text SemiBold"/>
              <a:ea typeface="+mn-ea"/>
              <a:cs typeface="+mn-cs"/>
            </a:endParaRPr>
          </a:p>
        </p:txBody>
      </p:sp>
    </p:spTree>
    <p:extLst>
      <p:ext uri="{BB962C8B-B14F-4D97-AF65-F5344CB8AC3E}">
        <p14:creationId xmlns:p14="http://schemas.microsoft.com/office/powerpoint/2010/main" val="4161259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02">
    <p:spTree>
      <p:nvGrpSpPr>
        <p:cNvPr id="1" name=""/>
        <p:cNvGrpSpPr/>
        <p:nvPr/>
      </p:nvGrpSpPr>
      <p:grpSpPr>
        <a:xfrm>
          <a:off x="0" y="0"/>
          <a:ext cx="0" cy="0"/>
          <a:chOff x="0" y="0"/>
          <a:chExt cx="0" cy="0"/>
        </a:xfrm>
      </p:grpSpPr>
      <p:sp>
        <p:nvSpPr>
          <p:cNvPr id="4" name="Rectangle 13">
            <a:extLst>
              <a:ext uri="{FF2B5EF4-FFF2-40B4-BE49-F238E27FC236}">
                <a16:creationId xmlns:a16="http://schemas.microsoft.com/office/drawing/2014/main" id="{12BFFCE7-C68B-4904-8795-9589C3F38FD4}"/>
              </a:ext>
            </a:extLst>
          </p:cNvPr>
          <p:cNvSpPr/>
          <p:nvPr userDrawn="1"/>
        </p:nvSpPr>
        <p:spPr>
          <a:xfrm>
            <a:off x="636161" y="5854024"/>
            <a:ext cx="2330137" cy="708120"/>
          </a:xfrm>
          <a:prstGeom prst="rect">
            <a:avLst/>
          </a:prstGeom>
          <a:solidFill>
            <a:srgbClr val="0F26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2" name="Freeform: Shape 19">
            <a:extLst>
              <a:ext uri="{FF2B5EF4-FFF2-40B4-BE49-F238E27FC236}">
                <a16:creationId xmlns:a16="http://schemas.microsoft.com/office/drawing/2014/main" id="{9D307BA6-8A60-85D7-CC8B-894256DC4B90}"/>
              </a:ext>
            </a:extLst>
          </p:cNvPr>
          <p:cNvSpPr/>
          <p:nvPr userDrawn="1"/>
        </p:nvSpPr>
        <p:spPr>
          <a:xfrm>
            <a:off x="8517470" y="2248218"/>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7" name="Freeform: Shape 19">
            <a:extLst>
              <a:ext uri="{FF2B5EF4-FFF2-40B4-BE49-F238E27FC236}">
                <a16:creationId xmlns:a16="http://schemas.microsoft.com/office/drawing/2014/main" id="{F38B75F8-75D4-4B41-B7C7-433032DD0A6F}"/>
              </a:ext>
            </a:extLst>
          </p:cNvPr>
          <p:cNvSpPr/>
          <p:nvPr userDrawn="1"/>
        </p:nvSpPr>
        <p:spPr>
          <a:xfrm>
            <a:off x="9578882" y="460803"/>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8" name="Freeform: Shape 24">
            <a:extLst>
              <a:ext uri="{FF2B5EF4-FFF2-40B4-BE49-F238E27FC236}">
                <a16:creationId xmlns:a16="http://schemas.microsoft.com/office/drawing/2014/main" id="{671D1224-EDDC-4900-92DC-13608D44C524}"/>
              </a:ext>
            </a:extLst>
          </p:cNvPr>
          <p:cNvSpPr/>
          <p:nvPr userDrawn="1"/>
        </p:nvSpPr>
        <p:spPr>
          <a:xfrm>
            <a:off x="9522496" y="4057904"/>
            <a:ext cx="1886359"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15" name="Freeform 14">
            <a:extLst>
              <a:ext uri="{FF2B5EF4-FFF2-40B4-BE49-F238E27FC236}">
                <a16:creationId xmlns:a16="http://schemas.microsoft.com/office/drawing/2014/main" id="{635A9E44-4E60-1AD1-0B85-72422683B48A}"/>
              </a:ext>
            </a:extLst>
          </p:cNvPr>
          <p:cNvSpPr/>
          <p:nvPr userDrawn="1"/>
        </p:nvSpPr>
        <p:spPr>
          <a:xfrm>
            <a:off x="11034052" y="3709992"/>
            <a:ext cx="1173188" cy="1502830"/>
          </a:xfrm>
          <a:custGeom>
            <a:avLst/>
            <a:gdLst>
              <a:gd name="connsiteX0" fmla="*/ 638572 w 1157948"/>
              <a:gd name="connsiteY0" fmla="*/ 0 h 1502830"/>
              <a:gd name="connsiteX1" fmla="*/ 0 w 1157948"/>
              <a:gd name="connsiteY1" fmla="*/ 378385 h 1502830"/>
              <a:gd name="connsiteX2" fmla="*/ 0 w 1157948"/>
              <a:gd name="connsiteY2" fmla="*/ 1129800 h 1502830"/>
              <a:gd name="connsiteX3" fmla="*/ 640317 w 1157948"/>
              <a:gd name="connsiteY3" fmla="*/ 1502830 h 1502830"/>
              <a:gd name="connsiteX4" fmla="*/ 1157948 w 1157948"/>
              <a:gd name="connsiteY4" fmla="*/ 1200968 h 1502830"/>
              <a:gd name="connsiteX5" fmla="*/ 1157948 w 1157948"/>
              <a:gd name="connsiteY5" fmla="*/ 304639 h 1502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7948" h="1502830">
                <a:moveTo>
                  <a:pt x="638572" y="0"/>
                </a:moveTo>
                <a:lnTo>
                  <a:pt x="0" y="378385"/>
                </a:lnTo>
                <a:lnTo>
                  <a:pt x="0" y="1129800"/>
                </a:lnTo>
                <a:lnTo>
                  <a:pt x="640317" y="1502830"/>
                </a:lnTo>
                <a:lnTo>
                  <a:pt x="1157948" y="1200968"/>
                </a:lnTo>
                <a:lnTo>
                  <a:pt x="1157948" y="3046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7" name="Title 1">
            <a:extLst>
              <a:ext uri="{FF2B5EF4-FFF2-40B4-BE49-F238E27FC236}">
                <a16:creationId xmlns:a16="http://schemas.microsoft.com/office/drawing/2014/main" id="{D041C638-CBB8-1159-9AF8-B5D14CC7BE0F}"/>
              </a:ext>
            </a:extLst>
          </p:cNvPr>
          <p:cNvSpPr>
            <a:spLocks noGrp="1"/>
          </p:cNvSpPr>
          <p:nvPr>
            <p:ph type="title"/>
          </p:nvPr>
        </p:nvSpPr>
        <p:spPr>
          <a:xfrm>
            <a:off x="914400" y="1060704"/>
            <a:ext cx="7132320" cy="1773936"/>
          </a:xfrm>
        </p:spPr>
        <p:txBody>
          <a:bodyPr anchor="b">
            <a:normAutofit/>
          </a:bodyPr>
          <a:lstStyle>
            <a:lvl1pPr>
              <a:defRPr sz="3600"/>
            </a:lvl1pPr>
          </a:lstStyle>
          <a:p>
            <a:r>
              <a:rPr lang="en-US" noProof="0"/>
              <a:t>Click to edit Master title style</a:t>
            </a:r>
            <a:endParaRPr lang="en-US" noProof="0" dirty="0"/>
          </a:p>
        </p:txBody>
      </p:sp>
      <p:sp>
        <p:nvSpPr>
          <p:cNvPr id="3" name="Content Placeholder 2">
            <a:extLst>
              <a:ext uri="{FF2B5EF4-FFF2-40B4-BE49-F238E27FC236}">
                <a16:creationId xmlns:a16="http://schemas.microsoft.com/office/drawing/2014/main" id="{E3E34C76-4814-6AFA-CEFD-F82B9ED9BB1D}"/>
              </a:ext>
            </a:extLst>
          </p:cNvPr>
          <p:cNvSpPr>
            <a:spLocks noGrp="1"/>
          </p:cNvSpPr>
          <p:nvPr>
            <p:ph idx="1"/>
          </p:nvPr>
        </p:nvSpPr>
        <p:spPr>
          <a:xfrm>
            <a:off x="914400" y="3108960"/>
            <a:ext cx="3291840" cy="2651760"/>
          </a:xfrm>
        </p:spPr>
        <p:txBody>
          <a:bodyPr/>
          <a:lstStyle>
            <a:lvl1pPr marL="0" indent="0">
              <a:buNone/>
              <a:defRPr sz="1800"/>
            </a:lvl1pPr>
            <a:lvl2pPr marL="347472">
              <a:defRPr sz="1800"/>
            </a:lvl2pPr>
            <a:lvl3pPr marL="731520">
              <a:defRPr sz="1800"/>
            </a:lvl3pPr>
            <a:lvl4pPr marL="1097280">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2">
            <a:extLst>
              <a:ext uri="{FF2B5EF4-FFF2-40B4-BE49-F238E27FC236}">
                <a16:creationId xmlns:a16="http://schemas.microsoft.com/office/drawing/2014/main" id="{D42F254A-B4C7-D072-FEB9-22F9A2B0CA64}"/>
              </a:ext>
            </a:extLst>
          </p:cNvPr>
          <p:cNvSpPr>
            <a:spLocks noGrp="1"/>
          </p:cNvSpPr>
          <p:nvPr>
            <p:ph idx="56"/>
          </p:nvPr>
        </p:nvSpPr>
        <p:spPr>
          <a:xfrm>
            <a:off x="4754880" y="3108960"/>
            <a:ext cx="3291840" cy="2651760"/>
          </a:xfrm>
        </p:spPr>
        <p:txBody>
          <a:bodyPr/>
          <a:lstStyle>
            <a:lvl1pPr marL="0" indent="0">
              <a:buNone/>
              <a:defRPr sz="1800"/>
            </a:lvl1pPr>
            <a:lvl2pPr marL="347472">
              <a:defRPr sz="1800"/>
            </a:lvl2pPr>
            <a:lvl3pPr marL="731520">
              <a:defRPr sz="1800"/>
            </a:lvl3pPr>
            <a:lvl4pPr marL="1097280">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Footer Placeholder 8">
            <a:extLst>
              <a:ext uri="{FF2B5EF4-FFF2-40B4-BE49-F238E27FC236}">
                <a16:creationId xmlns:a16="http://schemas.microsoft.com/office/drawing/2014/main" id="{85DBF4DF-D0B4-1DA6-0271-5D4033A9C19C}"/>
              </a:ext>
            </a:extLst>
          </p:cNvPr>
          <p:cNvSpPr>
            <a:spLocks noGrp="1"/>
          </p:cNvSpPr>
          <p:nvPr>
            <p:ph type="ftr" sz="quarter" idx="57"/>
          </p:nvPr>
        </p:nvSpPr>
        <p:spPr/>
        <p:txBody>
          <a:bodyPr/>
          <a:lstStyle/>
          <a:p>
            <a:endParaRPr lang="en-US" noProof="0" dirty="0"/>
          </a:p>
        </p:txBody>
      </p:sp>
      <p:sp>
        <p:nvSpPr>
          <p:cNvPr id="6" name="Slide Number Placeholder 5">
            <a:extLst>
              <a:ext uri="{FF2B5EF4-FFF2-40B4-BE49-F238E27FC236}">
                <a16:creationId xmlns:a16="http://schemas.microsoft.com/office/drawing/2014/main" id="{F507335A-F59E-2A6C-D2D6-F10391DA8D69}"/>
              </a:ext>
            </a:extLst>
          </p:cNvPr>
          <p:cNvSpPr>
            <a:spLocks noGrp="1"/>
          </p:cNvSpPr>
          <p:nvPr>
            <p:ph type="sldNum" sz="quarter" idx="55"/>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3613646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8" name="Title Placeholder 4">
            <a:extLst>
              <a:ext uri="{FF2B5EF4-FFF2-40B4-BE49-F238E27FC236}">
                <a16:creationId xmlns:a16="http://schemas.microsoft.com/office/drawing/2014/main" id="{F73BF8E3-2426-5D65-6582-D4B03C765A5D}"/>
              </a:ext>
            </a:extLst>
          </p:cNvPr>
          <p:cNvSpPr>
            <a:spLocks noGrp="1"/>
          </p:cNvSpPr>
          <p:nvPr>
            <p:ph type="title"/>
          </p:nvPr>
        </p:nvSpPr>
        <p:spPr>
          <a:xfrm>
            <a:off x="6710510" y="2016579"/>
            <a:ext cx="4441188" cy="277585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2" name="Content placeholder 47">
            <a:extLst>
              <a:ext uri="{FF2B5EF4-FFF2-40B4-BE49-F238E27FC236}">
                <a16:creationId xmlns:a16="http://schemas.microsoft.com/office/drawing/2014/main" id="{117BCD91-6BBA-AACD-3424-C3A4E5C1AB1D}"/>
              </a:ext>
            </a:extLst>
          </p:cNvPr>
          <p:cNvSpPr>
            <a:spLocks noGrp="1" noChangeAspect="1"/>
          </p:cNvSpPr>
          <p:nvPr>
            <p:ph type="pic" sz="quarter" idx="48"/>
          </p:nvPr>
        </p:nvSpPr>
        <p:spPr>
          <a:xfrm>
            <a:off x="914400" y="539496"/>
            <a:ext cx="5025207" cy="5779008"/>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a:t>Click icon to add picture</a:t>
            </a:r>
            <a:endParaRPr lang="en-US" altLang="zh-CN" noProof="0" dirty="0"/>
          </a:p>
        </p:txBody>
      </p:sp>
      <p:pic>
        <p:nvPicPr>
          <p:cNvPr id="7" name="Shape 33">
            <a:extLst>
              <a:ext uri="{FF2B5EF4-FFF2-40B4-BE49-F238E27FC236}">
                <a16:creationId xmlns:a16="http://schemas.microsoft.com/office/drawing/2014/main" id="{78B6A20E-2402-E586-7E92-A2C0D0B854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352010" y="4038403"/>
            <a:ext cx="1438713" cy="1645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3" name="Freeform: Shape 11">
            <a:extLst>
              <a:ext uri="{FF2B5EF4-FFF2-40B4-BE49-F238E27FC236}">
                <a16:creationId xmlns:a16="http://schemas.microsoft.com/office/drawing/2014/main" id="{20E24AA2-A4D8-FFB3-C801-0E57990B8CB6}"/>
              </a:ext>
            </a:extLst>
          </p:cNvPr>
          <p:cNvSpPr/>
          <p:nvPr userDrawn="1"/>
        </p:nvSpPr>
        <p:spPr>
          <a:xfrm>
            <a:off x="1360235" y="5541405"/>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1">
              <a:lumMod val="60000"/>
              <a:lumOff val="4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9" name="Freeform: Shape 5">
            <a:extLst>
              <a:ext uri="{FF2B5EF4-FFF2-40B4-BE49-F238E27FC236}">
                <a16:creationId xmlns:a16="http://schemas.microsoft.com/office/drawing/2014/main" id="{1FEC53F3-5030-5BCF-54CA-ABB14457C073}"/>
              </a:ext>
            </a:extLst>
          </p:cNvPr>
          <p:cNvSpPr/>
          <p:nvPr userDrawn="1"/>
        </p:nvSpPr>
        <p:spPr>
          <a:xfrm>
            <a:off x="5429027" y="393334"/>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Tree>
    <p:extLst>
      <p:ext uri="{BB962C8B-B14F-4D97-AF65-F5344CB8AC3E}">
        <p14:creationId xmlns:p14="http://schemas.microsoft.com/office/powerpoint/2010/main" val="3407711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86721E85-C7DE-A05F-D33D-97CAF161E33A}"/>
              </a:ext>
            </a:extLst>
          </p:cNvPr>
          <p:cNvSpPr/>
          <p:nvPr userDrawn="1"/>
        </p:nvSpPr>
        <p:spPr>
          <a:xfrm>
            <a:off x="0" y="2860787"/>
            <a:ext cx="2004570" cy="3676532"/>
          </a:xfrm>
          <a:custGeom>
            <a:avLst/>
            <a:gdLst>
              <a:gd name="connsiteX0" fmla="*/ 417538 w 2004570"/>
              <a:gd name="connsiteY0" fmla="*/ 0 h 3676532"/>
              <a:gd name="connsiteX1" fmla="*/ 2004570 w 2004570"/>
              <a:gd name="connsiteY1" fmla="*/ 925683 h 3676532"/>
              <a:gd name="connsiteX2" fmla="*/ 2004570 w 2004570"/>
              <a:gd name="connsiteY2" fmla="*/ 2763949 h 3676532"/>
              <a:gd name="connsiteX3" fmla="*/ 413202 w 2004570"/>
              <a:gd name="connsiteY3" fmla="*/ 3676532 h 3676532"/>
              <a:gd name="connsiteX4" fmla="*/ 0 w 2004570"/>
              <a:gd name="connsiteY4" fmla="*/ 3439338 h 3676532"/>
              <a:gd name="connsiteX5" fmla="*/ 0 w 2004570"/>
              <a:gd name="connsiteY5" fmla="*/ 241075 h 367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04570" h="3676532">
                <a:moveTo>
                  <a:pt x="417538" y="0"/>
                </a:moveTo>
                <a:lnTo>
                  <a:pt x="2004570" y="925683"/>
                </a:lnTo>
                <a:lnTo>
                  <a:pt x="2004570" y="2763949"/>
                </a:lnTo>
                <a:lnTo>
                  <a:pt x="413202" y="3676532"/>
                </a:lnTo>
                <a:lnTo>
                  <a:pt x="0" y="3439338"/>
                </a:lnTo>
                <a:lnTo>
                  <a:pt x="0" y="241075"/>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2BA5A58B-9440-7DAB-E7D7-3143B049FBAC}"/>
              </a:ext>
            </a:extLst>
          </p:cNvPr>
          <p:cNvSpPr/>
          <p:nvPr userDrawn="1"/>
        </p:nvSpPr>
        <p:spPr>
          <a:xfrm flipH="1">
            <a:off x="657773" y="5253270"/>
            <a:ext cx="1710765" cy="1621875"/>
          </a:xfrm>
          <a:custGeom>
            <a:avLst/>
            <a:gdLst>
              <a:gd name="connsiteX0" fmla="*/ 852873 w 1710765"/>
              <a:gd name="connsiteY0" fmla="*/ 0 h 1593273"/>
              <a:gd name="connsiteX1" fmla="*/ 0 w 1710765"/>
              <a:gd name="connsiteY1" fmla="*/ 494134 h 1593273"/>
              <a:gd name="connsiteX2" fmla="*/ 0 w 1710765"/>
              <a:gd name="connsiteY2" fmla="*/ 1475410 h 1593273"/>
              <a:gd name="connsiteX3" fmla="*/ 206916 w 1710765"/>
              <a:gd name="connsiteY3" fmla="*/ 1593273 h 1593273"/>
              <a:gd name="connsiteX4" fmla="*/ 1502835 w 1710765"/>
              <a:gd name="connsiteY4" fmla="*/ 1593273 h 1593273"/>
              <a:gd name="connsiteX5" fmla="*/ 1709418 w 1710765"/>
              <a:gd name="connsiteY5" fmla="*/ 1475480 h 1593273"/>
              <a:gd name="connsiteX6" fmla="*/ 1710407 w 1710765"/>
              <a:gd name="connsiteY6" fmla="*/ 491803 h 1593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10765" h="1593273">
                <a:moveTo>
                  <a:pt x="852873" y="0"/>
                </a:moveTo>
                <a:lnTo>
                  <a:pt x="0" y="494134"/>
                </a:lnTo>
                <a:lnTo>
                  <a:pt x="0" y="1475410"/>
                </a:lnTo>
                <a:lnTo>
                  <a:pt x="206916" y="1593273"/>
                </a:lnTo>
                <a:lnTo>
                  <a:pt x="1502835" y="1593273"/>
                </a:lnTo>
                <a:lnTo>
                  <a:pt x="1709418" y="1475480"/>
                </a:lnTo>
                <a:cubicBezTo>
                  <a:pt x="1707864" y="1146834"/>
                  <a:pt x="1711961" y="820449"/>
                  <a:pt x="1710407" y="491803"/>
                </a:cubicBez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7" name="Freeform: Shape 24">
            <a:extLst>
              <a:ext uri="{FF2B5EF4-FFF2-40B4-BE49-F238E27FC236}">
                <a16:creationId xmlns:a16="http://schemas.microsoft.com/office/drawing/2014/main" id="{A23F9759-CF52-CE45-5E22-9678534685A7}"/>
              </a:ext>
            </a:extLst>
          </p:cNvPr>
          <p:cNvSpPr/>
          <p:nvPr userDrawn="1"/>
        </p:nvSpPr>
        <p:spPr>
          <a:xfrm flipH="1">
            <a:off x="2275432" y="4699053"/>
            <a:ext cx="668814" cy="784693"/>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Title 5">
            <a:extLst>
              <a:ext uri="{FF2B5EF4-FFF2-40B4-BE49-F238E27FC236}">
                <a16:creationId xmlns:a16="http://schemas.microsoft.com/office/drawing/2014/main" id="{5D84FCC1-368D-680C-31AA-597C3AAF4232}"/>
              </a:ext>
            </a:extLst>
          </p:cNvPr>
          <p:cNvSpPr>
            <a:spLocks noGrp="1"/>
          </p:cNvSpPr>
          <p:nvPr>
            <p:ph type="title"/>
          </p:nvPr>
        </p:nvSpPr>
        <p:spPr>
          <a:xfrm>
            <a:off x="3465576" y="1499616"/>
            <a:ext cx="7955280" cy="1335024"/>
          </a:xfrm>
        </p:spPr>
        <p:txBody>
          <a:bodyPr anchor="b">
            <a:normAutofit/>
          </a:bodyPr>
          <a:lstStyle>
            <a:lvl1pPr>
              <a:defRPr sz="3600"/>
            </a:lvl1pPr>
          </a:lstStyle>
          <a:p>
            <a:r>
              <a:rPr lang="en-US"/>
              <a:t>Click to edit Master title style</a:t>
            </a:r>
            <a:endParaRPr lang="en-US" dirty="0"/>
          </a:p>
        </p:txBody>
      </p:sp>
      <p:sp>
        <p:nvSpPr>
          <p:cNvPr id="4" name="Content Placeholder 2">
            <a:extLst>
              <a:ext uri="{FF2B5EF4-FFF2-40B4-BE49-F238E27FC236}">
                <a16:creationId xmlns:a16="http://schemas.microsoft.com/office/drawing/2014/main" id="{6FFF81D2-C0B4-3B82-8DF6-D10CC07C441C}"/>
              </a:ext>
            </a:extLst>
          </p:cNvPr>
          <p:cNvSpPr>
            <a:spLocks noGrp="1"/>
          </p:cNvSpPr>
          <p:nvPr>
            <p:ph idx="14"/>
          </p:nvPr>
        </p:nvSpPr>
        <p:spPr>
          <a:xfrm>
            <a:off x="3465576" y="3108960"/>
            <a:ext cx="4572000" cy="3108960"/>
          </a:xfrm>
        </p:spPr>
        <p:txBody>
          <a:bodyPr/>
          <a:lstStyle>
            <a:lvl1pPr marL="512064" indent="-512064">
              <a:buFont typeface="+mj-lt"/>
              <a:buAutoNum type="arabicPeriod"/>
              <a:defRPr sz="1800"/>
            </a:lvl1pPr>
            <a:lvl2pPr marL="1097280" indent="-512064">
              <a:buFont typeface="+mj-lt"/>
              <a:buAutoNum type="alphaLcPeriod"/>
              <a:defRPr sz="1800"/>
            </a:lvl2pPr>
            <a:lvl3pPr marL="1645920" indent="-512064">
              <a:buFont typeface="+mj-lt"/>
              <a:buAutoNum type="romanLcPeriod"/>
              <a:defRPr sz="1800"/>
            </a:lvl3pPr>
            <a:lvl4pPr marL="2194560" indent="-512064">
              <a:buFont typeface="+mj-lt"/>
              <a:buAutoNum type="arabicParen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2">
            <a:extLst>
              <a:ext uri="{FF2B5EF4-FFF2-40B4-BE49-F238E27FC236}">
                <a16:creationId xmlns:a16="http://schemas.microsoft.com/office/drawing/2014/main" id="{F190F721-56C7-251D-948D-117696095C32}"/>
              </a:ext>
            </a:extLst>
          </p:cNvPr>
          <p:cNvSpPr>
            <a:spLocks noGrp="1"/>
          </p:cNvSpPr>
          <p:nvPr>
            <p:ph idx="1"/>
          </p:nvPr>
        </p:nvSpPr>
        <p:spPr>
          <a:xfrm>
            <a:off x="8229600" y="3108960"/>
            <a:ext cx="3017520" cy="3108960"/>
          </a:xfrm>
        </p:spPr>
        <p:txBody>
          <a:bodyPr/>
          <a:lstStyle>
            <a:lvl1pPr marL="0" indent="0">
              <a:lnSpc>
                <a:spcPct val="100000"/>
              </a:lnSpc>
              <a:spcBef>
                <a:spcPts val="0"/>
              </a:spcBef>
              <a:spcAft>
                <a:spcPts val="600"/>
              </a:spcAft>
              <a:buNone/>
              <a:defRPr sz="1800"/>
            </a:lvl1pPr>
            <a:lvl2pPr>
              <a:lnSpc>
                <a:spcPct val="100000"/>
              </a:lnSpc>
              <a:spcBef>
                <a:spcPts val="0"/>
              </a:spcBef>
              <a:spcAft>
                <a:spcPts val="600"/>
              </a:spcAft>
              <a:defRPr sz="1800"/>
            </a:lvl2pPr>
            <a:lvl3pPr>
              <a:lnSpc>
                <a:spcPct val="100000"/>
              </a:lnSpc>
              <a:spcBef>
                <a:spcPts val="0"/>
              </a:spcBef>
              <a:spcAft>
                <a:spcPts val="600"/>
              </a:spcAft>
              <a:defRPr sz="1800"/>
            </a:lvl3pPr>
            <a:lvl4pPr>
              <a:lnSpc>
                <a:spcPct val="100000"/>
              </a:lnSpc>
              <a:spcBef>
                <a:spcPts val="0"/>
              </a:spcBef>
              <a:spcAft>
                <a:spcPts val="600"/>
              </a:spcAft>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Footer Placeholder 7">
            <a:extLst>
              <a:ext uri="{FF2B5EF4-FFF2-40B4-BE49-F238E27FC236}">
                <a16:creationId xmlns:a16="http://schemas.microsoft.com/office/drawing/2014/main" id="{6C94E8A0-C02C-2322-50C1-50080A793F84}"/>
              </a:ext>
            </a:extLst>
          </p:cNvPr>
          <p:cNvSpPr>
            <a:spLocks noGrp="1"/>
          </p:cNvSpPr>
          <p:nvPr>
            <p:ph type="ftr" sz="quarter" idx="41"/>
          </p:nvPr>
        </p:nvSpPr>
        <p:spPr>
          <a:xfrm>
            <a:off x="3465576" y="6217920"/>
            <a:ext cx="4114800" cy="365125"/>
          </a:xfrm>
        </p:spPr>
        <p:txBody>
          <a:bodyPr/>
          <a:lstStyle/>
          <a:p>
            <a:endParaRPr lang="en-US" noProof="0" dirty="0"/>
          </a:p>
        </p:txBody>
      </p:sp>
      <p:sp>
        <p:nvSpPr>
          <p:cNvPr id="5" name="Slide Number Placeholder 4">
            <a:extLst>
              <a:ext uri="{FF2B5EF4-FFF2-40B4-BE49-F238E27FC236}">
                <a16:creationId xmlns:a16="http://schemas.microsoft.com/office/drawing/2014/main" id="{2446A453-65E1-B688-A3F9-EA0AA347DDEA}"/>
              </a:ext>
            </a:extLst>
          </p:cNvPr>
          <p:cNvSpPr>
            <a:spLocks noGrp="1"/>
          </p:cNvSpPr>
          <p:nvPr>
            <p:ph type="sldNum" sz="quarter" idx="40"/>
          </p:nvPr>
        </p:nvSpPr>
        <p:spPr/>
        <p:txBody>
          <a:bodyPr>
            <a:noAutofit/>
          </a:bodyPr>
          <a:lstStyle/>
          <a:p>
            <a:fld id="{47FEACEE-25B4-4A2D-B147-27296E36371D}" type="slidenum">
              <a:rPr lang="en-US" altLang="zh-CN" noProof="0" smtClean="0"/>
              <a:pPr/>
              <a:t>‹#›</a:t>
            </a:fld>
            <a:endParaRPr lang="en-US" altLang="zh-CN" noProof="0" dirty="0"/>
          </a:p>
        </p:txBody>
      </p:sp>
      <p:sp>
        <p:nvSpPr>
          <p:cNvPr id="2" name="Freeform: Shape 12">
            <a:extLst>
              <a:ext uri="{FF2B5EF4-FFF2-40B4-BE49-F238E27FC236}">
                <a16:creationId xmlns:a16="http://schemas.microsoft.com/office/drawing/2014/main" id="{0750FD92-E143-4402-D455-30DC417CBDBE}"/>
              </a:ext>
            </a:extLst>
          </p:cNvPr>
          <p:cNvSpPr/>
          <p:nvPr userDrawn="1"/>
        </p:nvSpPr>
        <p:spPr>
          <a:xfrm>
            <a:off x="1198465" y="958947"/>
            <a:ext cx="1544735" cy="174369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29" name="Freeform 28">
            <a:extLst>
              <a:ext uri="{FF2B5EF4-FFF2-40B4-BE49-F238E27FC236}">
                <a16:creationId xmlns:a16="http://schemas.microsoft.com/office/drawing/2014/main" id="{6B13E9E2-D67B-E75B-D60D-CE3782A4FC67}"/>
              </a:ext>
            </a:extLst>
          </p:cNvPr>
          <p:cNvSpPr/>
          <p:nvPr userDrawn="1"/>
        </p:nvSpPr>
        <p:spPr>
          <a:xfrm>
            <a:off x="326738" y="0"/>
            <a:ext cx="1544359" cy="1254845"/>
          </a:xfrm>
          <a:custGeom>
            <a:avLst/>
            <a:gdLst>
              <a:gd name="connsiteX0" fmla="*/ 0 w 1544359"/>
              <a:gd name="connsiteY0" fmla="*/ 0 h 1254845"/>
              <a:gd name="connsiteX1" fmla="*/ 1544359 w 1544359"/>
              <a:gd name="connsiteY1" fmla="*/ 0 h 1254845"/>
              <a:gd name="connsiteX2" fmla="*/ 1543519 w 1544359"/>
              <a:gd name="connsiteY2" fmla="*/ 822090 h 1254845"/>
              <a:gd name="connsiteX3" fmla="*/ 772206 w 1544359"/>
              <a:gd name="connsiteY3" fmla="*/ 1254845 h 1254845"/>
              <a:gd name="connsiteX4" fmla="*/ 0 w 1544359"/>
              <a:gd name="connsiteY4" fmla="*/ 822027 h 12548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4359" h="1254845">
                <a:moveTo>
                  <a:pt x="0" y="0"/>
                </a:moveTo>
                <a:lnTo>
                  <a:pt x="1544359" y="0"/>
                </a:lnTo>
                <a:lnTo>
                  <a:pt x="1543519" y="822090"/>
                </a:lnTo>
                <a:lnTo>
                  <a:pt x="772206" y="1254845"/>
                </a:lnTo>
                <a:lnTo>
                  <a:pt x="0" y="822027"/>
                </a:ln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26621137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04">
    <p:spTree>
      <p:nvGrpSpPr>
        <p:cNvPr id="1" name=""/>
        <p:cNvGrpSpPr/>
        <p:nvPr/>
      </p:nvGrpSpPr>
      <p:grpSpPr>
        <a:xfrm>
          <a:off x="0" y="0"/>
          <a:ext cx="0" cy="0"/>
          <a:chOff x="0" y="0"/>
          <a:chExt cx="0" cy="0"/>
        </a:xfrm>
      </p:grpSpPr>
      <p:sp>
        <p:nvSpPr>
          <p:cNvPr id="47" name="Freeform 46">
            <a:extLst>
              <a:ext uri="{FF2B5EF4-FFF2-40B4-BE49-F238E27FC236}">
                <a16:creationId xmlns:a16="http://schemas.microsoft.com/office/drawing/2014/main" id="{39B50CEE-D9F9-B5CD-C274-BEAA5EAB37E3}"/>
              </a:ext>
            </a:extLst>
          </p:cNvPr>
          <p:cNvSpPr/>
          <p:nvPr userDrawn="1"/>
        </p:nvSpPr>
        <p:spPr>
          <a:xfrm>
            <a:off x="410352" y="12435"/>
            <a:ext cx="1455521" cy="1019127"/>
          </a:xfrm>
          <a:custGeom>
            <a:avLst/>
            <a:gdLst>
              <a:gd name="connsiteX0" fmla="*/ 219223 w 1455521"/>
              <a:gd name="connsiteY0" fmla="*/ 0 h 1019127"/>
              <a:gd name="connsiteX1" fmla="*/ 1236298 w 1455521"/>
              <a:gd name="connsiteY1" fmla="*/ 0 h 1019127"/>
              <a:gd name="connsiteX2" fmla="*/ 1455521 w 1455521"/>
              <a:gd name="connsiteY2" fmla="*/ 385779 h 1019127"/>
              <a:gd name="connsiteX3" fmla="*/ 1095615 w 1455521"/>
              <a:gd name="connsiteY3" fmla="*/ 1019127 h 1019127"/>
              <a:gd name="connsiteX4" fmla="*/ 359906 w 1455521"/>
              <a:gd name="connsiteY4" fmla="*/ 1019127 h 1019127"/>
              <a:gd name="connsiteX5" fmla="*/ 0 w 1455521"/>
              <a:gd name="connsiteY5" fmla="*/ 385779 h 1019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1019127">
                <a:moveTo>
                  <a:pt x="219223" y="0"/>
                </a:moveTo>
                <a:lnTo>
                  <a:pt x="1236298" y="0"/>
                </a:lnTo>
                <a:lnTo>
                  <a:pt x="1455521" y="385779"/>
                </a:lnTo>
                <a:lnTo>
                  <a:pt x="1095615" y="1019127"/>
                </a:lnTo>
                <a:lnTo>
                  <a:pt x="359906" y="1019127"/>
                </a:lnTo>
                <a:lnTo>
                  <a:pt x="0" y="385779"/>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Hexagon 15">
            <a:extLst>
              <a:ext uri="{FF2B5EF4-FFF2-40B4-BE49-F238E27FC236}">
                <a16:creationId xmlns:a16="http://schemas.microsoft.com/office/drawing/2014/main" id="{93831F6E-A0DA-46E5-AF13-ED5D9ABF108D}"/>
              </a:ext>
            </a:extLst>
          </p:cNvPr>
          <p:cNvSpPr/>
          <p:nvPr userDrawn="1"/>
        </p:nvSpPr>
        <p:spPr>
          <a:xfrm>
            <a:off x="1579486" y="450004"/>
            <a:ext cx="1455521" cy="1266696"/>
          </a:xfrm>
          <a:prstGeom prst="hexagon">
            <a:avLst>
              <a:gd name="adj" fmla="val 28413"/>
              <a:gd name="vf" fmla="val 115470"/>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0" name="Hexagon 17">
            <a:extLst>
              <a:ext uri="{FF2B5EF4-FFF2-40B4-BE49-F238E27FC236}">
                <a16:creationId xmlns:a16="http://schemas.microsoft.com/office/drawing/2014/main" id="{18B06ECC-5FA7-4ACA-86BF-694240D0C05B}"/>
              </a:ext>
            </a:extLst>
          </p:cNvPr>
          <p:cNvSpPr/>
          <p:nvPr userDrawn="1"/>
        </p:nvSpPr>
        <p:spPr>
          <a:xfrm>
            <a:off x="412218" y="1136470"/>
            <a:ext cx="1455521" cy="1266696"/>
          </a:xfrm>
          <a:prstGeom prst="hexagon">
            <a:avLst>
              <a:gd name="adj" fmla="val 28413"/>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1" name="Hexagon 19">
            <a:extLst>
              <a:ext uri="{FF2B5EF4-FFF2-40B4-BE49-F238E27FC236}">
                <a16:creationId xmlns:a16="http://schemas.microsoft.com/office/drawing/2014/main" id="{089AA305-8FFC-46A5-B806-D5D78320D0CD}"/>
              </a:ext>
            </a:extLst>
          </p:cNvPr>
          <p:cNvSpPr/>
          <p:nvPr userDrawn="1"/>
        </p:nvSpPr>
        <p:spPr>
          <a:xfrm>
            <a:off x="1580070" y="1812437"/>
            <a:ext cx="1455521" cy="1266696"/>
          </a:xfrm>
          <a:prstGeom prst="hexagon">
            <a:avLst>
              <a:gd name="adj" fmla="val 28413"/>
              <a:gd name="vf" fmla="val 11547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Hexagon 21">
            <a:extLst>
              <a:ext uri="{FF2B5EF4-FFF2-40B4-BE49-F238E27FC236}">
                <a16:creationId xmlns:a16="http://schemas.microsoft.com/office/drawing/2014/main" id="{DB2D65ED-32BC-44B2-92F3-E16717051CA1}"/>
              </a:ext>
            </a:extLst>
          </p:cNvPr>
          <p:cNvSpPr/>
          <p:nvPr userDrawn="1"/>
        </p:nvSpPr>
        <p:spPr>
          <a:xfrm>
            <a:off x="3953772" y="4582171"/>
            <a:ext cx="1455521" cy="1266696"/>
          </a:xfrm>
          <a:prstGeom prst="hexagon">
            <a:avLst>
              <a:gd name="adj" fmla="val 28413"/>
              <a:gd name="vf" fmla="val 115470"/>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4" name="Freeform 43">
            <a:extLst>
              <a:ext uri="{FF2B5EF4-FFF2-40B4-BE49-F238E27FC236}">
                <a16:creationId xmlns:a16="http://schemas.microsoft.com/office/drawing/2014/main" id="{6100186E-95B0-AB29-6F1D-DBFBAA566DB2}"/>
              </a:ext>
            </a:extLst>
          </p:cNvPr>
          <p:cNvSpPr/>
          <p:nvPr userDrawn="1"/>
        </p:nvSpPr>
        <p:spPr>
          <a:xfrm>
            <a:off x="3955762" y="5952136"/>
            <a:ext cx="1455521" cy="932559"/>
          </a:xfrm>
          <a:custGeom>
            <a:avLst/>
            <a:gdLst>
              <a:gd name="connsiteX0" fmla="*/ 359906 w 1455521"/>
              <a:gd name="connsiteY0" fmla="*/ 0 h 932559"/>
              <a:gd name="connsiteX1" fmla="*/ 1095615 w 1455521"/>
              <a:gd name="connsiteY1" fmla="*/ 0 h 932559"/>
              <a:gd name="connsiteX2" fmla="*/ 1455521 w 1455521"/>
              <a:gd name="connsiteY2" fmla="*/ 633348 h 932559"/>
              <a:gd name="connsiteX3" fmla="*/ 1285492 w 1455521"/>
              <a:gd name="connsiteY3" fmla="*/ 932559 h 932559"/>
              <a:gd name="connsiteX4" fmla="*/ 170030 w 1455521"/>
              <a:gd name="connsiteY4" fmla="*/ 932559 h 932559"/>
              <a:gd name="connsiteX5" fmla="*/ 0 w 1455521"/>
              <a:gd name="connsiteY5" fmla="*/ 633348 h 932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32559">
                <a:moveTo>
                  <a:pt x="359906" y="0"/>
                </a:moveTo>
                <a:lnTo>
                  <a:pt x="1095615" y="0"/>
                </a:lnTo>
                <a:lnTo>
                  <a:pt x="1455521" y="633348"/>
                </a:lnTo>
                <a:lnTo>
                  <a:pt x="1285492" y="932559"/>
                </a:lnTo>
                <a:lnTo>
                  <a:pt x="170030" y="932559"/>
                </a:lnTo>
                <a:lnTo>
                  <a:pt x="0" y="633348"/>
                </a:lnTo>
                <a:close/>
              </a:path>
            </a:pathLst>
          </a:cu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Hexagon 27">
            <a:extLst>
              <a:ext uri="{FF2B5EF4-FFF2-40B4-BE49-F238E27FC236}">
                <a16:creationId xmlns:a16="http://schemas.microsoft.com/office/drawing/2014/main" id="{5275D449-7441-440B-8584-96D25256F24D}"/>
              </a:ext>
            </a:extLst>
          </p:cNvPr>
          <p:cNvSpPr/>
          <p:nvPr userDrawn="1"/>
        </p:nvSpPr>
        <p:spPr>
          <a:xfrm>
            <a:off x="2783996" y="5245443"/>
            <a:ext cx="1455521" cy="1266696"/>
          </a:xfrm>
          <a:prstGeom prst="hexagon">
            <a:avLst>
              <a:gd name="adj" fmla="val 28413"/>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Hexagon 21">
            <a:extLst>
              <a:ext uri="{FF2B5EF4-FFF2-40B4-BE49-F238E27FC236}">
                <a16:creationId xmlns:a16="http://schemas.microsoft.com/office/drawing/2014/main" id="{AA088CB3-68C2-8BF7-640B-511D7AD708D4}"/>
              </a:ext>
            </a:extLst>
          </p:cNvPr>
          <p:cNvSpPr/>
          <p:nvPr userDrawn="1"/>
        </p:nvSpPr>
        <p:spPr>
          <a:xfrm>
            <a:off x="2757266" y="2493385"/>
            <a:ext cx="1467568" cy="1305975"/>
          </a:xfrm>
          <a:prstGeom prst="hexagon">
            <a:avLst>
              <a:gd name="adj" fmla="val 28413"/>
              <a:gd name="vf" fmla="val 115470"/>
            </a:avLst>
          </a:prstGeom>
          <a:noFill/>
          <a:ln w="19050">
            <a:solidFill>
              <a:srgbClr val="D84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5" name="Hexagon 28">
            <a:extLst>
              <a:ext uri="{FF2B5EF4-FFF2-40B4-BE49-F238E27FC236}">
                <a16:creationId xmlns:a16="http://schemas.microsoft.com/office/drawing/2014/main" id="{94CFCD79-F5CD-4175-96DE-1AC2E1999DB6}"/>
              </a:ext>
            </a:extLst>
          </p:cNvPr>
          <p:cNvSpPr/>
          <p:nvPr userDrawn="1"/>
        </p:nvSpPr>
        <p:spPr>
          <a:xfrm>
            <a:off x="2767144" y="3880620"/>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3" name="Freeform 42">
            <a:extLst>
              <a:ext uri="{FF2B5EF4-FFF2-40B4-BE49-F238E27FC236}">
                <a16:creationId xmlns:a16="http://schemas.microsoft.com/office/drawing/2014/main" id="{C8667104-E096-23C3-4C2C-5277C2AF5C57}"/>
              </a:ext>
            </a:extLst>
          </p:cNvPr>
          <p:cNvSpPr/>
          <p:nvPr userDrawn="1"/>
        </p:nvSpPr>
        <p:spPr>
          <a:xfrm>
            <a:off x="3702" y="448131"/>
            <a:ext cx="678871" cy="1266696"/>
          </a:xfrm>
          <a:custGeom>
            <a:avLst/>
            <a:gdLst>
              <a:gd name="connsiteX0" fmla="*/ 0 w 678871"/>
              <a:gd name="connsiteY0" fmla="*/ 0 h 1266696"/>
              <a:gd name="connsiteX1" fmla="*/ 318965 w 678871"/>
              <a:gd name="connsiteY1" fmla="*/ 0 h 1266696"/>
              <a:gd name="connsiteX2" fmla="*/ 678871 w 678871"/>
              <a:gd name="connsiteY2" fmla="*/ 633348 h 1266696"/>
              <a:gd name="connsiteX3" fmla="*/ 318965 w 678871"/>
              <a:gd name="connsiteY3" fmla="*/ 1266696 h 1266696"/>
              <a:gd name="connsiteX4" fmla="*/ 0 w 678871"/>
              <a:gd name="connsiteY4" fmla="*/ 1266696 h 1266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8871" h="1266696">
                <a:moveTo>
                  <a:pt x="0" y="0"/>
                </a:moveTo>
                <a:lnTo>
                  <a:pt x="318965" y="0"/>
                </a:lnTo>
                <a:lnTo>
                  <a:pt x="678871" y="633348"/>
                </a:lnTo>
                <a:lnTo>
                  <a:pt x="318965" y="1266696"/>
                </a:lnTo>
                <a:lnTo>
                  <a:pt x="0" y="1266696"/>
                </a:lnTo>
                <a:close/>
              </a:path>
            </a:pathLst>
          </a:cu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Hexagon 31">
            <a:extLst>
              <a:ext uri="{FF2B5EF4-FFF2-40B4-BE49-F238E27FC236}">
                <a16:creationId xmlns:a16="http://schemas.microsoft.com/office/drawing/2014/main" id="{61BB4AB0-7C5C-4697-A25B-0AFD8754AB52}"/>
              </a:ext>
            </a:extLst>
          </p:cNvPr>
          <p:cNvSpPr/>
          <p:nvPr userDrawn="1"/>
        </p:nvSpPr>
        <p:spPr>
          <a:xfrm>
            <a:off x="1580353" y="3182793"/>
            <a:ext cx="1455521" cy="1266696"/>
          </a:xfrm>
          <a:prstGeom prst="hexagon">
            <a:avLst>
              <a:gd name="adj" fmla="val 28413"/>
              <a:gd name="vf" fmla="val 115470"/>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7" name="Hexagon 28">
            <a:extLst>
              <a:ext uri="{FF2B5EF4-FFF2-40B4-BE49-F238E27FC236}">
                <a16:creationId xmlns:a16="http://schemas.microsoft.com/office/drawing/2014/main" id="{E4EF439B-1CC3-CA39-B62A-E54F83ED70D2}"/>
              </a:ext>
            </a:extLst>
          </p:cNvPr>
          <p:cNvSpPr/>
          <p:nvPr userDrawn="1"/>
        </p:nvSpPr>
        <p:spPr>
          <a:xfrm>
            <a:off x="396269" y="2511644"/>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6" name="Freeform 45">
            <a:extLst>
              <a:ext uri="{FF2B5EF4-FFF2-40B4-BE49-F238E27FC236}">
                <a16:creationId xmlns:a16="http://schemas.microsoft.com/office/drawing/2014/main" id="{2363FF00-E570-D743-258E-E9FEF4F02A08}"/>
              </a:ext>
            </a:extLst>
          </p:cNvPr>
          <p:cNvSpPr/>
          <p:nvPr userDrawn="1"/>
        </p:nvSpPr>
        <p:spPr>
          <a:xfrm>
            <a:off x="6334981" y="5962237"/>
            <a:ext cx="1455521" cy="901561"/>
          </a:xfrm>
          <a:custGeom>
            <a:avLst/>
            <a:gdLst>
              <a:gd name="connsiteX0" fmla="*/ 359906 w 1455521"/>
              <a:gd name="connsiteY0" fmla="*/ 0 h 901561"/>
              <a:gd name="connsiteX1" fmla="*/ 1095615 w 1455521"/>
              <a:gd name="connsiteY1" fmla="*/ 0 h 901561"/>
              <a:gd name="connsiteX2" fmla="*/ 1455521 w 1455521"/>
              <a:gd name="connsiteY2" fmla="*/ 633348 h 901561"/>
              <a:gd name="connsiteX3" fmla="*/ 1303107 w 1455521"/>
              <a:gd name="connsiteY3" fmla="*/ 901561 h 901561"/>
              <a:gd name="connsiteX4" fmla="*/ 152415 w 1455521"/>
              <a:gd name="connsiteY4" fmla="*/ 901561 h 901561"/>
              <a:gd name="connsiteX5" fmla="*/ 0 w 1455521"/>
              <a:gd name="connsiteY5" fmla="*/ 633348 h 901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01561">
                <a:moveTo>
                  <a:pt x="359906" y="0"/>
                </a:moveTo>
                <a:lnTo>
                  <a:pt x="1095615" y="0"/>
                </a:lnTo>
                <a:lnTo>
                  <a:pt x="1455521" y="633348"/>
                </a:lnTo>
                <a:lnTo>
                  <a:pt x="1303107" y="901561"/>
                </a:lnTo>
                <a:lnTo>
                  <a:pt x="152415" y="901561"/>
                </a:lnTo>
                <a:lnTo>
                  <a:pt x="0" y="633348"/>
                </a:lnTo>
                <a:close/>
              </a:path>
            </a:pathLst>
          </a:custGeom>
          <a:noFill/>
          <a:ln w="19050">
            <a:solidFill>
              <a:srgbClr val="98432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Hexagon 21">
            <a:extLst>
              <a:ext uri="{FF2B5EF4-FFF2-40B4-BE49-F238E27FC236}">
                <a16:creationId xmlns:a16="http://schemas.microsoft.com/office/drawing/2014/main" id="{A38FF139-88E9-67A9-6010-4EDFB851076B}"/>
              </a:ext>
            </a:extLst>
          </p:cNvPr>
          <p:cNvSpPr/>
          <p:nvPr userDrawn="1"/>
        </p:nvSpPr>
        <p:spPr>
          <a:xfrm>
            <a:off x="5150156" y="5261378"/>
            <a:ext cx="1455521" cy="1266696"/>
          </a:xfrm>
          <a:prstGeom prst="hexagon">
            <a:avLst>
              <a:gd name="adj" fmla="val 28413"/>
              <a:gd name="vf" fmla="val 115470"/>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Hexagon 21">
            <a:extLst>
              <a:ext uri="{FF2B5EF4-FFF2-40B4-BE49-F238E27FC236}">
                <a16:creationId xmlns:a16="http://schemas.microsoft.com/office/drawing/2014/main" id="{99956147-4454-5EA6-FC9C-94C08EE35F28}"/>
              </a:ext>
            </a:extLst>
          </p:cNvPr>
          <p:cNvSpPr/>
          <p:nvPr userDrawn="1"/>
        </p:nvSpPr>
        <p:spPr>
          <a:xfrm>
            <a:off x="3948599" y="3206642"/>
            <a:ext cx="1455521" cy="1266696"/>
          </a:xfrm>
          <a:prstGeom prst="hexagon">
            <a:avLst>
              <a:gd name="adj" fmla="val 28413"/>
              <a:gd name="vf" fmla="val 11547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2" name="Title 1">
            <a:extLst>
              <a:ext uri="{FF2B5EF4-FFF2-40B4-BE49-F238E27FC236}">
                <a16:creationId xmlns:a16="http://schemas.microsoft.com/office/drawing/2014/main" id="{4722C9EB-D452-B3DF-5219-160F48DE789C}"/>
              </a:ext>
            </a:extLst>
          </p:cNvPr>
          <p:cNvSpPr>
            <a:spLocks noGrp="1"/>
          </p:cNvSpPr>
          <p:nvPr>
            <p:ph type="title"/>
          </p:nvPr>
        </p:nvSpPr>
        <p:spPr>
          <a:xfrm>
            <a:off x="6035040" y="731520"/>
            <a:ext cx="5394960" cy="2103120"/>
          </a:xfrm>
        </p:spPr>
        <p:txBody>
          <a:bodyPr anchor="b">
            <a:normAutofit/>
          </a:bodyPr>
          <a:lstStyle/>
          <a:p>
            <a:r>
              <a:rPr lang="en-US"/>
              <a:t>Click to edit Master title style</a:t>
            </a:r>
            <a:endParaRPr lang="en-US" dirty="0"/>
          </a:p>
        </p:txBody>
      </p:sp>
      <p:sp>
        <p:nvSpPr>
          <p:cNvPr id="21" name="Content Placeholder 47" descr="Click icon to add picture">
            <a:extLst>
              <a:ext uri="{FF2B5EF4-FFF2-40B4-BE49-F238E27FC236}">
                <a16:creationId xmlns:a16="http://schemas.microsoft.com/office/drawing/2014/main" id="{B7E46D91-6194-E279-CAE3-425E21FD4A83}"/>
              </a:ext>
            </a:extLst>
          </p:cNvPr>
          <p:cNvSpPr>
            <a:spLocks noGrp="1"/>
          </p:cNvSpPr>
          <p:nvPr>
            <p:ph type="body" sz="quarter" idx="27"/>
          </p:nvPr>
        </p:nvSpPr>
        <p:spPr>
          <a:xfrm>
            <a:off x="6035040" y="3108960"/>
            <a:ext cx="5394960" cy="1879791"/>
          </a:xfrm>
          <a:prstGeom prst="rect">
            <a:avLst/>
          </a:prstGeom>
        </p:spPr>
        <p:txBody>
          <a:bodyPr anchor="t">
            <a:normAutofit/>
          </a:bodyPr>
          <a:lstStyle>
            <a:lvl1pPr marL="0" indent="0" algn="l">
              <a:lnSpc>
                <a:spcPct val="100000"/>
              </a:lnSpc>
              <a:buNone/>
              <a:defRPr sz="1800" b="0">
                <a:solidFill>
                  <a:schemeClr val="bg1"/>
                </a:solidFill>
              </a:defRPr>
            </a:lvl1pPr>
            <a:lvl2pPr>
              <a:defRPr sz="1000"/>
            </a:lvl2pPr>
            <a:lvl3pPr>
              <a:defRPr sz="900"/>
            </a:lvl3pPr>
            <a:lvl4pPr>
              <a:defRPr sz="800"/>
            </a:lvl4pPr>
            <a:lvl5pPr>
              <a:defRPr sz="800"/>
            </a:lvl5pPr>
          </a:lstStyle>
          <a:p>
            <a:pPr lvl="0"/>
            <a:endParaRPr lang="en-US" altLang="zh-CN" dirty="0"/>
          </a:p>
        </p:txBody>
      </p:sp>
      <p:sp>
        <p:nvSpPr>
          <p:cNvPr id="40" name="Freeform 39">
            <a:extLst>
              <a:ext uri="{FF2B5EF4-FFF2-40B4-BE49-F238E27FC236}">
                <a16:creationId xmlns:a16="http://schemas.microsoft.com/office/drawing/2014/main" id="{E3C8467A-0A34-2A65-92FE-F12F6A3D84A6}"/>
              </a:ext>
            </a:extLst>
          </p:cNvPr>
          <p:cNvSpPr/>
          <p:nvPr userDrawn="1"/>
        </p:nvSpPr>
        <p:spPr>
          <a:xfrm>
            <a:off x="-6538" y="1815084"/>
            <a:ext cx="697438" cy="1266696"/>
          </a:xfrm>
          <a:custGeom>
            <a:avLst/>
            <a:gdLst>
              <a:gd name="connsiteX0" fmla="*/ 0 w 732607"/>
              <a:gd name="connsiteY0" fmla="*/ 0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0" fmla="*/ 43961 w 732607"/>
              <a:gd name="connsiteY0" fmla="*/ 8793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5" fmla="*/ 43961 w 732607"/>
              <a:gd name="connsiteY5" fmla="*/ 8793 h 1266696"/>
              <a:gd name="connsiteX0" fmla="*/ 8792 w 697438"/>
              <a:gd name="connsiteY0" fmla="*/ 8793 h 1266696"/>
              <a:gd name="connsiteX1" fmla="*/ 337532 w 697438"/>
              <a:gd name="connsiteY1" fmla="*/ 0 h 1266696"/>
              <a:gd name="connsiteX2" fmla="*/ 697438 w 697438"/>
              <a:gd name="connsiteY2" fmla="*/ 633348 h 1266696"/>
              <a:gd name="connsiteX3" fmla="*/ 337532 w 697438"/>
              <a:gd name="connsiteY3" fmla="*/ 1266696 h 1266696"/>
              <a:gd name="connsiteX4" fmla="*/ 0 w 697438"/>
              <a:gd name="connsiteY4" fmla="*/ 1266696 h 1266696"/>
              <a:gd name="connsiteX5" fmla="*/ 8792 w 697438"/>
              <a:gd name="connsiteY5" fmla="*/ 8793 h 126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7438" h="1266696">
                <a:moveTo>
                  <a:pt x="8792" y="8793"/>
                </a:moveTo>
                <a:lnTo>
                  <a:pt x="337532" y="0"/>
                </a:lnTo>
                <a:lnTo>
                  <a:pt x="697438" y="633348"/>
                </a:lnTo>
                <a:lnTo>
                  <a:pt x="337532" y="1266696"/>
                </a:lnTo>
                <a:lnTo>
                  <a:pt x="0" y="1266696"/>
                </a:lnTo>
                <a:cubicBezTo>
                  <a:pt x="0" y="844464"/>
                  <a:pt x="8792" y="431025"/>
                  <a:pt x="8792" y="8793"/>
                </a:cubicBezTo>
                <a:close/>
              </a:path>
            </a:pathLst>
          </a:custGeom>
          <a:noFill/>
          <a:ln w="19050">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1473342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4" name="Content placeholder 47">
            <a:extLst>
              <a:ext uri="{FF2B5EF4-FFF2-40B4-BE49-F238E27FC236}">
                <a16:creationId xmlns:a16="http://schemas.microsoft.com/office/drawing/2014/main" id="{28B6388A-37D2-4382-A7FC-9B9A76BDE84D}"/>
              </a:ext>
            </a:extLst>
          </p:cNvPr>
          <p:cNvSpPr>
            <a:spLocks noGrp="1"/>
          </p:cNvSpPr>
          <p:nvPr>
            <p:ph type="sldNum" sz="quarter" idx="4"/>
          </p:nvPr>
        </p:nvSpPr>
        <p:spPr>
          <a:xfrm>
            <a:off x="11194169" y="6217920"/>
            <a:ext cx="458592" cy="365125"/>
          </a:xfrm>
          <a:prstGeom prst="rect">
            <a:avLst/>
          </a:prstGeom>
        </p:spPr>
        <p:txBody>
          <a:bodyPr vert="horz" lIns="91440" tIns="45720" rIns="91440" bIns="45720" rtlCol="0" anchor="ctr">
            <a:noAutofit/>
          </a:bodyPr>
          <a:lstStyle>
            <a:lvl1pPr algn="ctr">
              <a:defRPr sz="1200">
                <a:solidFill>
                  <a:schemeClr val="bg1"/>
                </a:solidFill>
                <a:latin typeface="+mn-lt"/>
              </a:defRPr>
            </a:lvl1pPr>
          </a:lstStyle>
          <a:p>
            <a:fld id="{47FEACEE-25B4-4A2D-B147-27296E36371D}" type="slidenum">
              <a:rPr lang="en-US" altLang="zh-CN" noProof="0" smtClean="0"/>
              <a:pPr/>
              <a:t>‹#›</a:t>
            </a:fld>
            <a:endParaRPr lang="en-US" altLang="zh-CN" noProof="0" dirty="0"/>
          </a:p>
        </p:txBody>
      </p:sp>
      <p:sp>
        <p:nvSpPr>
          <p:cNvPr id="6" name="Text Placeholder 2">
            <a:extLst>
              <a:ext uri="{FF2B5EF4-FFF2-40B4-BE49-F238E27FC236}">
                <a16:creationId xmlns:a16="http://schemas.microsoft.com/office/drawing/2014/main" id="{18CB8A3D-9A54-FD7C-F6A5-B33E6C891A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Title Placeholder 4">
            <a:extLst>
              <a:ext uri="{FF2B5EF4-FFF2-40B4-BE49-F238E27FC236}">
                <a16:creationId xmlns:a16="http://schemas.microsoft.com/office/drawing/2014/main" id="{F38A7675-78A2-B642-22AF-B98514C68B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noProof="0"/>
              <a:t>Click to edit Master title style</a:t>
            </a:r>
          </a:p>
        </p:txBody>
      </p:sp>
      <p:sp>
        <p:nvSpPr>
          <p:cNvPr id="8" name="Footer Placeholder 7">
            <a:extLst>
              <a:ext uri="{FF2B5EF4-FFF2-40B4-BE49-F238E27FC236}">
                <a16:creationId xmlns:a16="http://schemas.microsoft.com/office/drawing/2014/main" id="{C176125D-E69D-E2ED-1549-3D67DBD487E0}"/>
              </a:ext>
            </a:extLst>
          </p:cNvPr>
          <p:cNvSpPr>
            <a:spLocks noGrp="1"/>
          </p:cNvSpPr>
          <p:nvPr>
            <p:ph type="ftr" sz="quarter" idx="3"/>
          </p:nvPr>
        </p:nvSpPr>
        <p:spPr>
          <a:xfrm>
            <a:off x="914400" y="6217920"/>
            <a:ext cx="4114800" cy="365125"/>
          </a:xfrm>
          <a:prstGeom prst="rect">
            <a:avLst/>
          </a:prstGeom>
        </p:spPr>
        <p:txBody>
          <a:bodyPr vert="horz" lIns="91440" tIns="45720" rIns="91440" bIns="45720" rtlCol="0" anchor="ctr">
            <a:noAutofit/>
          </a:bodyPr>
          <a:lstStyle>
            <a:lvl1pPr algn="l">
              <a:defRPr sz="1200">
                <a:solidFill>
                  <a:schemeClr val="bg1"/>
                </a:solidFill>
                <a:latin typeface="+mn-lt"/>
              </a:defRPr>
            </a:lvl1pPr>
          </a:lstStyle>
          <a:p>
            <a:endParaRPr lang="en-US" noProof="0" dirty="0"/>
          </a:p>
        </p:txBody>
      </p:sp>
    </p:spTree>
    <p:extLst>
      <p:ext uri="{BB962C8B-B14F-4D97-AF65-F5344CB8AC3E}">
        <p14:creationId xmlns:p14="http://schemas.microsoft.com/office/powerpoint/2010/main" val="2020574204"/>
      </p:ext>
    </p:extLst>
  </p:cSld>
  <p:clrMap bg1="lt1" tx1="dk1" bg2="lt2" tx2="dk2" accent1="accent1" accent2="accent2" accent3="accent3" accent4="accent4" accent5="accent5" accent6="accent6" hlink="hlink" folHlink="folHlink"/>
  <p:sldLayoutIdLst>
    <p:sldLayoutId id="2147483667" r:id="rId1"/>
    <p:sldLayoutId id="2147483671" r:id="rId2"/>
    <p:sldLayoutId id="2147483674" r:id="rId3"/>
    <p:sldLayoutId id="2147483669" r:id="rId4"/>
    <p:sldLayoutId id="2147483655" r:id="rId5"/>
    <p:sldLayoutId id="2147483651" r:id="rId6"/>
    <p:sldLayoutId id="2147483662" r:id="rId7"/>
    <p:sldLayoutId id="2147483653" r:id="rId8"/>
    <p:sldLayoutId id="2147483663" r:id="rId9"/>
    <p:sldLayoutId id="2147483665" r:id="rId10"/>
  </p:sldLayoutIdLst>
  <p:hf hdr="0" ftr="0" dt="0"/>
  <p:txStyles>
    <p:titleStyle>
      <a:lvl1pPr algn="l" defTabSz="914400" rtl="0" eaLnBrk="1" latinLnBrk="0" hangingPunct="1">
        <a:lnSpc>
          <a:spcPct val="90000"/>
        </a:lnSpc>
        <a:spcBef>
          <a:spcPct val="0"/>
        </a:spcBef>
        <a:buNone/>
        <a:defRPr sz="4400" b="1" kern="1200">
          <a:solidFill>
            <a:schemeClr val="bg1"/>
          </a:solidFill>
          <a:latin typeface="+mj-lt"/>
          <a:ea typeface="+mj-ea"/>
          <a:cs typeface="+mj-cs"/>
        </a:defRPr>
      </a:lvl1pPr>
    </p:titleStyle>
    <p:bodyStyle>
      <a:lvl1pPr marL="347472"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1pPr>
      <a:lvl2pPr marL="73152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2pPr>
      <a:lvl3pPr marL="109728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3pPr>
      <a:lvl4pPr marL="146304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32" userDrawn="1">
          <p15:clr>
            <a:srgbClr val="F26B43"/>
          </p15:clr>
        </p15:guide>
        <p15:guide id="2" pos="3840" userDrawn="1">
          <p15:clr>
            <a:srgbClr val="F26B43"/>
          </p15:clr>
        </p15:guide>
        <p15:guide id="3" pos="5640" userDrawn="1">
          <p15:clr>
            <a:srgbClr val="F26B43"/>
          </p15:clr>
        </p15:guide>
        <p15:guide id="4" pos="1656" userDrawn="1">
          <p15:clr>
            <a:srgbClr val="F26B43"/>
          </p15:clr>
        </p15:guide>
        <p15:guide id="5" pos="520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RCG1412/ai-release-notes-demo.gi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3A3B864-5E85-99D2-93E5-5CA1F4F35DC7}"/>
              </a:ext>
            </a:extLst>
          </p:cNvPr>
          <p:cNvSpPr>
            <a:spLocks noGrp="1"/>
          </p:cNvSpPr>
          <p:nvPr>
            <p:ph type="title"/>
          </p:nvPr>
        </p:nvSpPr>
        <p:spPr>
          <a:xfrm>
            <a:off x="153097" y="209862"/>
            <a:ext cx="7368034" cy="2659254"/>
          </a:xfrm>
        </p:spPr>
        <p:txBody>
          <a:bodyPr lIns="0" anchor="b" anchorCtr="0">
            <a:normAutofit/>
          </a:bodyPr>
          <a:lstStyle/>
          <a:p>
            <a:r>
              <a:rPr lang="en-US" altLang="zh-CN" dirty="0"/>
              <a:t>Capstone Project Demo </a:t>
            </a:r>
            <a:br>
              <a:rPr lang="en-US" altLang="zh-CN" dirty="0"/>
            </a:br>
            <a:br>
              <a:rPr lang="en-US" altLang="zh-CN" dirty="0"/>
            </a:br>
            <a:r>
              <a:rPr lang="en-US" altLang="zh-CN" sz="3200" dirty="0"/>
              <a:t>Release Notes Generator</a:t>
            </a:r>
            <a:endParaRPr lang="en-US" dirty="0"/>
          </a:p>
        </p:txBody>
      </p:sp>
      <p:sp>
        <p:nvSpPr>
          <p:cNvPr id="9" name="Text Placeholder 8">
            <a:extLst>
              <a:ext uri="{FF2B5EF4-FFF2-40B4-BE49-F238E27FC236}">
                <a16:creationId xmlns:a16="http://schemas.microsoft.com/office/drawing/2014/main" id="{485E0237-B9A1-0B58-E0AA-05EF84817EB4}"/>
              </a:ext>
            </a:extLst>
          </p:cNvPr>
          <p:cNvSpPr>
            <a:spLocks noGrp="1"/>
          </p:cNvSpPr>
          <p:nvPr>
            <p:ph type="body" sz="quarter" idx="28"/>
          </p:nvPr>
        </p:nvSpPr>
        <p:spPr>
          <a:xfrm>
            <a:off x="1260894" y="4172084"/>
            <a:ext cx="4912598" cy="914400"/>
          </a:xfrm>
        </p:spPr>
        <p:txBody>
          <a:bodyPr/>
          <a:lstStyle/>
          <a:p>
            <a:r>
              <a:rPr lang="en-US" dirty="0"/>
              <a:t>Rohit Gupta</a:t>
            </a:r>
          </a:p>
        </p:txBody>
      </p:sp>
      <p:pic>
        <p:nvPicPr>
          <p:cNvPr id="20" name="Picture Placeholder 19" descr="Two people looking at a laptop at a table">
            <a:extLst>
              <a:ext uri="{FF2B5EF4-FFF2-40B4-BE49-F238E27FC236}">
                <a16:creationId xmlns:a16="http://schemas.microsoft.com/office/drawing/2014/main" id="{E83BB08F-E403-8715-0B24-AD9E4B72C80E}"/>
              </a:ext>
            </a:extLst>
          </p:cNvPr>
          <p:cNvPicPr>
            <a:picLocks noGrp="1" noChangeAspect="1"/>
          </p:cNvPicPr>
          <p:nvPr>
            <p:ph type="pic" sz="quarter" idx="47"/>
          </p:nvPr>
        </p:nvPicPr>
        <p:blipFill>
          <a:blip r:embed="rId3"/>
          <a:srcRect l="23" r="23"/>
          <a:stretch/>
        </p:blipFill>
        <p:spPr>
          <a:xfrm>
            <a:off x="6742557" y="821836"/>
            <a:ext cx="4405503" cy="5066346"/>
          </a:xfrm>
        </p:spPr>
      </p:pic>
    </p:spTree>
    <p:extLst>
      <p:ext uri="{BB962C8B-B14F-4D97-AF65-F5344CB8AC3E}">
        <p14:creationId xmlns:p14="http://schemas.microsoft.com/office/powerpoint/2010/main" val="3898447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Title 59">
            <a:extLst>
              <a:ext uri="{FF2B5EF4-FFF2-40B4-BE49-F238E27FC236}">
                <a16:creationId xmlns:a16="http://schemas.microsoft.com/office/drawing/2014/main" id="{0031CE36-F77D-3964-C169-771DBA49D28A}"/>
              </a:ext>
            </a:extLst>
          </p:cNvPr>
          <p:cNvSpPr>
            <a:spLocks noGrp="1"/>
          </p:cNvSpPr>
          <p:nvPr>
            <p:ph type="title"/>
          </p:nvPr>
        </p:nvSpPr>
        <p:spPr>
          <a:xfrm>
            <a:off x="-47961" y="116325"/>
            <a:ext cx="7132320" cy="693145"/>
          </a:xfrm>
        </p:spPr>
        <p:txBody>
          <a:bodyPr>
            <a:normAutofit/>
          </a:bodyPr>
          <a:lstStyle/>
          <a:p>
            <a:pPr marL="342900" indent="-342900">
              <a:buFont typeface="Wingdings" panose="05000000000000000000" pitchFamily="2" charset="2"/>
              <a:buChar char="v"/>
            </a:pPr>
            <a:r>
              <a:rPr lang="en-US" sz="2000" dirty="0"/>
              <a:t>Problem Statement</a:t>
            </a:r>
          </a:p>
        </p:txBody>
      </p:sp>
      <p:sp>
        <p:nvSpPr>
          <p:cNvPr id="43" name="Text Placeholder 42">
            <a:extLst>
              <a:ext uri="{FF2B5EF4-FFF2-40B4-BE49-F238E27FC236}">
                <a16:creationId xmlns:a16="http://schemas.microsoft.com/office/drawing/2014/main" id="{520E98B6-7B33-8FD4-A662-31DD4B85E22E}"/>
              </a:ext>
            </a:extLst>
          </p:cNvPr>
          <p:cNvSpPr>
            <a:spLocks noGrp="1"/>
          </p:cNvSpPr>
          <p:nvPr>
            <p:ph idx="1"/>
          </p:nvPr>
        </p:nvSpPr>
        <p:spPr>
          <a:xfrm>
            <a:off x="59968" y="933887"/>
            <a:ext cx="7375161" cy="2094127"/>
          </a:xfrm>
        </p:spPr>
        <p:txBody>
          <a:bodyPr>
            <a:normAutofit/>
          </a:bodyPr>
          <a:lstStyle/>
          <a:p>
            <a:r>
              <a:rPr lang="en-US" sz="1600" b="1" dirty="0"/>
              <a:t>Release notes generation is a manual, time-consuming bottleneck that can produce inconsistent results.</a:t>
            </a:r>
          </a:p>
          <a:p>
            <a:pPr marL="285750" indent="-285750">
              <a:buFont typeface="Arial" panose="020B0604020202020204" pitchFamily="34" charset="0"/>
              <a:buChar char="•"/>
            </a:pPr>
            <a:r>
              <a:rPr lang="en-US" sz="1600" dirty="0"/>
              <a:t>Technical writers spend hours translating developer jargon into user-friendly language.</a:t>
            </a:r>
          </a:p>
          <a:p>
            <a:pPr marL="285750" indent="-285750">
              <a:buFont typeface="Arial" panose="020B0604020202020204" pitchFamily="34" charset="0"/>
              <a:buChar char="•"/>
            </a:pPr>
            <a:r>
              <a:rPr lang="en-US" sz="1600" dirty="0"/>
              <a:t>Writing style varies across writers, versions, and issue types.</a:t>
            </a:r>
          </a:p>
          <a:p>
            <a:pPr marL="285750" indent="-285750">
              <a:buFont typeface="Arial" panose="020B0604020202020204" pitchFamily="34" charset="0"/>
              <a:buChar char="•"/>
            </a:pPr>
            <a:r>
              <a:rPr lang="en-US" sz="1600" dirty="0"/>
              <a:t>Style guide compliance requires manual enforcement and review.</a:t>
            </a:r>
          </a:p>
        </p:txBody>
      </p:sp>
      <p:sp>
        <p:nvSpPr>
          <p:cNvPr id="11" name="Slide Number Placeholder 13">
            <a:extLst>
              <a:ext uri="{FF2B5EF4-FFF2-40B4-BE49-F238E27FC236}">
                <a16:creationId xmlns:a16="http://schemas.microsoft.com/office/drawing/2014/main" id="{930FF33C-2E3C-37EC-75C2-1BE4513D9B62}"/>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2222DE72-77CB-CB24-A4D1-2FAC47307AC9}"/>
              </a:ext>
            </a:extLst>
          </p:cNvPr>
          <p:cNvSpPr>
            <a:spLocks noGrp="1"/>
          </p:cNvSpPr>
          <p:nvPr>
            <p:ph type="sldNum" sz="quarter" idx="55"/>
          </p:nvPr>
        </p:nvSpPr>
        <p:spPr/>
        <p:txBody>
          <a:bodyPr/>
          <a:lstStyle/>
          <a:p>
            <a:fld id="{47FEACEE-25B4-4A2D-B147-27296E36371D}" type="slidenum">
              <a:rPr lang="en-US" altLang="zh-CN" noProof="0" smtClean="0"/>
              <a:pPr/>
              <a:t>2</a:t>
            </a:fld>
            <a:endParaRPr lang="en-US" altLang="zh-CN" noProof="0" dirty="0"/>
          </a:p>
        </p:txBody>
      </p:sp>
      <p:sp>
        <p:nvSpPr>
          <p:cNvPr id="7" name="Title 59">
            <a:extLst>
              <a:ext uri="{FF2B5EF4-FFF2-40B4-BE49-F238E27FC236}">
                <a16:creationId xmlns:a16="http://schemas.microsoft.com/office/drawing/2014/main" id="{CD7F9DC8-B0F4-762B-2F23-BA6DEBD485F4}"/>
              </a:ext>
            </a:extLst>
          </p:cNvPr>
          <p:cNvSpPr txBox="1">
            <a:spLocks/>
          </p:cNvSpPr>
          <p:nvPr/>
        </p:nvSpPr>
        <p:spPr>
          <a:xfrm>
            <a:off x="59968" y="2784430"/>
            <a:ext cx="7132320" cy="6931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600" b="1" kern="1200">
                <a:solidFill>
                  <a:schemeClr val="bg1"/>
                </a:solidFill>
                <a:latin typeface="+mj-lt"/>
                <a:ea typeface="+mj-ea"/>
                <a:cs typeface="+mj-cs"/>
              </a:defRPr>
            </a:lvl1pPr>
          </a:lstStyle>
          <a:p>
            <a:pPr marL="342900" indent="-342900">
              <a:buFont typeface="Wingdings" panose="05000000000000000000" pitchFamily="2" charset="2"/>
              <a:buChar char="v"/>
            </a:pPr>
            <a:r>
              <a:rPr lang="en-US" sz="2000" dirty="0"/>
              <a:t>Users</a:t>
            </a:r>
          </a:p>
        </p:txBody>
      </p:sp>
      <p:sp>
        <p:nvSpPr>
          <p:cNvPr id="8" name="Text Placeholder 42">
            <a:extLst>
              <a:ext uri="{FF2B5EF4-FFF2-40B4-BE49-F238E27FC236}">
                <a16:creationId xmlns:a16="http://schemas.microsoft.com/office/drawing/2014/main" id="{6F4D13C0-2612-D70C-DCBC-AF6177F87B24}"/>
              </a:ext>
            </a:extLst>
          </p:cNvPr>
          <p:cNvSpPr txBox="1">
            <a:spLocks/>
          </p:cNvSpPr>
          <p:nvPr/>
        </p:nvSpPr>
        <p:spPr>
          <a:xfrm>
            <a:off x="167897" y="3601992"/>
            <a:ext cx="7375161" cy="310448"/>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500"/>
              </a:spcBef>
              <a:buFont typeface="Arial" panose="020B0604020202020204" pitchFamily="34" charset="0"/>
              <a:buNone/>
              <a:defRPr sz="1800" kern="1200">
                <a:solidFill>
                  <a:schemeClr val="bg1"/>
                </a:solidFill>
                <a:latin typeface="+mn-lt"/>
                <a:ea typeface="+mn-ea"/>
                <a:cs typeface="+mn-cs"/>
              </a:defRPr>
            </a:lvl1pPr>
            <a:lvl2pPr marL="347472"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2pPr>
            <a:lvl3pPr marL="73152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3pPr>
            <a:lvl4pPr marL="109728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Technical Writers, Product Manager, Support Team, End Users</a:t>
            </a:r>
          </a:p>
        </p:txBody>
      </p:sp>
      <p:sp>
        <p:nvSpPr>
          <p:cNvPr id="10" name="Title 59">
            <a:extLst>
              <a:ext uri="{FF2B5EF4-FFF2-40B4-BE49-F238E27FC236}">
                <a16:creationId xmlns:a16="http://schemas.microsoft.com/office/drawing/2014/main" id="{C29169EC-0C68-F678-22C2-A9D8511D1386}"/>
              </a:ext>
            </a:extLst>
          </p:cNvPr>
          <p:cNvSpPr txBox="1">
            <a:spLocks/>
          </p:cNvSpPr>
          <p:nvPr/>
        </p:nvSpPr>
        <p:spPr>
          <a:xfrm>
            <a:off x="59968" y="3650107"/>
            <a:ext cx="7132320" cy="6931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600" b="1" kern="1200">
                <a:solidFill>
                  <a:schemeClr val="bg1"/>
                </a:solidFill>
                <a:latin typeface="+mj-lt"/>
                <a:ea typeface="+mj-ea"/>
                <a:cs typeface="+mj-cs"/>
              </a:defRPr>
            </a:lvl1pPr>
          </a:lstStyle>
          <a:p>
            <a:pPr marL="342900" indent="-342900">
              <a:buFont typeface="Wingdings" panose="05000000000000000000" pitchFamily="2" charset="2"/>
              <a:buChar char="v"/>
            </a:pPr>
            <a:r>
              <a:rPr lang="en-US" sz="2000" dirty="0"/>
              <a:t>Input Sources</a:t>
            </a:r>
          </a:p>
        </p:txBody>
      </p:sp>
      <p:sp>
        <p:nvSpPr>
          <p:cNvPr id="13" name="Text Placeholder 42">
            <a:extLst>
              <a:ext uri="{FF2B5EF4-FFF2-40B4-BE49-F238E27FC236}">
                <a16:creationId xmlns:a16="http://schemas.microsoft.com/office/drawing/2014/main" id="{4D2B0827-DB05-4487-39F3-E188030DD454}"/>
              </a:ext>
            </a:extLst>
          </p:cNvPr>
          <p:cNvSpPr txBox="1">
            <a:spLocks/>
          </p:cNvSpPr>
          <p:nvPr/>
        </p:nvSpPr>
        <p:spPr>
          <a:xfrm>
            <a:off x="59968" y="4286890"/>
            <a:ext cx="8511409" cy="139348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500"/>
              </a:spcBef>
              <a:buFont typeface="Arial" panose="020B0604020202020204" pitchFamily="34" charset="0"/>
              <a:buNone/>
              <a:defRPr sz="1800" kern="1200">
                <a:solidFill>
                  <a:schemeClr val="bg1"/>
                </a:solidFill>
                <a:latin typeface="+mn-lt"/>
                <a:ea typeface="+mn-ea"/>
                <a:cs typeface="+mn-cs"/>
              </a:defRPr>
            </a:lvl1pPr>
            <a:lvl2pPr marL="347472"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2pPr>
            <a:lvl3pPr marL="73152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3pPr>
            <a:lvl4pPr marL="109728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sz="1600" b="1" dirty="0"/>
              <a:t>tickets.json – </a:t>
            </a:r>
            <a:r>
              <a:rPr lang="en-IN" sz="1600" dirty="0"/>
              <a:t>For this demo, I have created a JSON file; a l</a:t>
            </a:r>
            <a:r>
              <a:rPr lang="en-IN" dirty="0"/>
              <a:t>ocal sample data simulating developer tickets with ID, title, type, version, and description.</a:t>
            </a:r>
            <a:endParaRPr lang="en-IN" sz="1600" dirty="0"/>
          </a:p>
          <a:p>
            <a:pPr marL="285750" indent="-285750">
              <a:buFont typeface="Arial" panose="020B0604020202020204" pitchFamily="34" charset="0"/>
              <a:buChar char="•"/>
            </a:pPr>
            <a:r>
              <a:rPr lang="en-IN" sz="1600" b="1" dirty="0"/>
              <a:t>MCP Servers </a:t>
            </a:r>
            <a:r>
              <a:rPr lang="en-IN" sz="1600" dirty="0"/>
              <a:t>– For this demo, I have created following two MCP servers:</a:t>
            </a:r>
          </a:p>
          <a:p>
            <a:pPr marL="633222" lvl="1" indent="-285750"/>
            <a:r>
              <a:rPr lang="en-IN" sz="1600" dirty="0"/>
              <a:t>Style Guide Server - Provides w</a:t>
            </a:r>
            <a:r>
              <a:rPr lang="en-IN" dirty="0"/>
              <a:t>riting rules for each issue type (New Feature, Enhancement, Bug)</a:t>
            </a:r>
          </a:p>
          <a:p>
            <a:pPr marL="633222" lvl="1" indent="-285750"/>
            <a:r>
              <a:rPr lang="en-IN" sz="1600" dirty="0"/>
              <a:t>Quality Metrics Server – Evaluate the output file based on  the  defined quality metrics and generates a report for the tech writers. It provides scores based on defined content quality metric and suggestions/recommendations for improvements.	 </a:t>
            </a:r>
            <a:endParaRPr lang="en-US" sz="1600" dirty="0"/>
          </a:p>
        </p:txBody>
      </p:sp>
    </p:spTree>
    <p:extLst>
      <p:ext uri="{BB962C8B-B14F-4D97-AF65-F5344CB8AC3E}">
        <p14:creationId xmlns:p14="http://schemas.microsoft.com/office/powerpoint/2010/main" val="41821480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0F9C-45C8-E000-BC20-7E4044B95419}"/>
            </a:ext>
          </a:extLst>
        </p:cNvPr>
        <p:cNvGrpSpPr/>
        <p:nvPr/>
      </p:nvGrpSpPr>
      <p:grpSpPr>
        <a:xfrm>
          <a:off x="0" y="0"/>
          <a:ext cx="0" cy="0"/>
          <a:chOff x="0" y="0"/>
          <a:chExt cx="0" cy="0"/>
        </a:xfrm>
      </p:grpSpPr>
      <p:sp>
        <p:nvSpPr>
          <p:cNvPr id="60" name="Title 59">
            <a:extLst>
              <a:ext uri="{FF2B5EF4-FFF2-40B4-BE49-F238E27FC236}">
                <a16:creationId xmlns:a16="http://schemas.microsoft.com/office/drawing/2014/main" id="{17B48142-DF80-487B-1367-DC3E45FFC0DE}"/>
              </a:ext>
            </a:extLst>
          </p:cNvPr>
          <p:cNvSpPr>
            <a:spLocks noGrp="1"/>
          </p:cNvSpPr>
          <p:nvPr>
            <p:ph type="title"/>
          </p:nvPr>
        </p:nvSpPr>
        <p:spPr>
          <a:xfrm>
            <a:off x="-47961" y="11395"/>
            <a:ext cx="7132320" cy="693145"/>
          </a:xfrm>
        </p:spPr>
        <p:txBody>
          <a:bodyPr>
            <a:normAutofit/>
          </a:bodyPr>
          <a:lstStyle/>
          <a:p>
            <a:pPr marL="342900" indent="-342900">
              <a:buFont typeface="Wingdings" panose="05000000000000000000" pitchFamily="2" charset="2"/>
              <a:buChar char="v"/>
            </a:pPr>
            <a:r>
              <a:rPr lang="en-US" sz="2000" dirty="0"/>
              <a:t>Expected Output</a:t>
            </a:r>
          </a:p>
        </p:txBody>
      </p:sp>
      <p:sp>
        <p:nvSpPr>
          <p:cNvPr id="43" name="Text Placeholder 42">
            <a:extLst>
              <a:ext uri="{FF2B5EF4-FFF2-40B4-BE49-F238E27FC236}">
                <a16:creationId xmlns:a16="http://schemas.microsoft.com/office/drawing/2014/main" id="{28F852B3-CACE-32DB-5A5C-4FF1EFA8AB4F}"/>
              </a:ext>
            </a:extLst>
          </p:cNvPr>
          <p:cNvSpPr>
            <a:spLocks noGrp="1"/>
          </p:cNvSpPr>
          <p:nvPr>
            <p:ph idx="1"/>
          </p:nvPr>
        </p:nvSpPr>
        <p:spPr>
          <a:xfrm>
            <a:off x="59967" y="828958"/>
            <a:ext cx="8859181" cy="2004184"/>
          </a:xfrm>
        </p:spPr>
        <p:txBody>
          <a:bodyPr>
            <a:normAutofit fontScale="92500" lnSpcReduction="20000"/>
          </a:bodyPr>
          <a:lstStyle/>
          <a:p>
            <a:r>
              <a:rPr lang="en-US" sz="1600" b="1" dirty="0"/>
              <a:t>A polished Markdown file ( release_notes_vX.X.X.md) containing:</a:t>
            </a:r>
          </a:p>
          <a:p>
            <a:pPr marL="285750" indent="-285750">
              <a:buFont typeface="Arial" panose="020B0604020202020204" pitchFamily="34" charset="0"/>
              <a:buChar char="•"/>
            </a:pPr>
            <a:r>
              <a:rPr lang="en-US" sz="1700" dirty="0"/>
              <a:t>Release notes organized by issue type (New Features, Enhancements, Bug Fixes).</a:t>
            </a:r>
          </a:p>
          <a:p>
            <a:pPr marL="285750" indent="-285750">
              <a:buFont typeface="Arial" panose="020B0604020202020204" pitchFamily="34" charset="0"/>
              <a:buChar char="•"/>
            </a:pPr>
            <a:r>
              <a:rPr lang="en-US" sz="1700" dirty="0"/>
              <a:t>Captures the significant release benefits and generate a Release Highlights.</a:t>
            </a:r>
          </a:p>
          <a:p>
            <a:pPr marL="285750" indent="-285750">
              <a:buFont typeface="Arial" panose="020B0604020202020204" pitchFamily="34" charset="0"/>
              <a:buChar char="•"/>
            </a:pPr>
            <a:r>
              <a:rPr lang="en-US" sz="1700" dirty="0"/>
              <a:t>Strict adherence to the company's style guide for each section.</a:t>
            </a:r>
          </a:p>
          <a:p>
            <a:pPr marL="285750" indent="-285750">
              <a:buFont typeface="Arial" panose="020B0604020202020204" pitchFamily="34" charset="0"/>
              <a:buChar char="•"/>
            </a:pPr>
            <a:r>
              <a:rPr lang="en-US" sz="1700" dirty="0"/>
              <a:t>Evaluate and generate a quality report for tech writers to view and decide the area of improvement with assistance through recommendations.</a:t>
            </a:r>
          </a:p>
        </p:txBody>
      </p:sp>
      <p:sp>
        <p:nvSpPr>
          <p:cNvPr id="11" name="Slide Number Placeholder 13">
            <a:extLst>
              <a:ext uri="{FF2B5EF4-FFF2-40B4-BE49-F238E27FC236}">
                <a16:creationId xmlns:a16="http://schemas.microsoft.com/office/drawing/2014/main" id="{6F8D80B7-F15C-AEAE-E46E-903A8D147A45}"/>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3</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366E2351-CAE9-9DD8-80A3-D43639515CAD}"/>
              </a:ext>
            </a:extLst>
          </p:cNvPr>
          <p:cNvSpPr>
            <a:spLocks noGrp="1"/>
          </p:cNvSpPr>
          <p:nvPr>
            <p:ph type="sldNum" sz="quarter" idx="55"/>
          </p:nvPr>
        </p:nvSpPr>
        <p:spPr/>
        <p:txBody>
          <a:bodyPr/>
          <a:lstStyle/>
          <a:p>
            <a:fld id="{47FEACEE-25B4-4A2D-B147-27296E36371D}" type="slidenum">
              <a:rPr lang="en-US" altLang="zh-CN" noProof="0" smtClean="0"/>
              <a:pPr/>
              <a:t>3</a:t>
            </a:fld>
            <a:endParaRPr lang="en-US" altLang="zh-CN" noProof="0" dirty="0"/>
          </a:p>
        </p:txBody>
      </p:sp>
      <p:sp>
        <p:nvSpPr>
          <p:cNvPr id="7" name="Title 59">
            <a:extLst>
              <a:ext uri="{FF2B5EF4-FFF2-40B4-BE49-F238E27FC236}">
                <a16:creationId xmlns:a16="http://schemas.microsoft.com/office/drawing/2014/main" id="{66010F2F-7949-1269-B660-F7F12E579704}"/>
              </a:ext>
            </a:extLst>
          </p:cNvPr>
          <p:cNvSpPr txBox="1">
            <a:spLocks/>
          </p:cNvSpPr>
          <p:nvPr/>
        </p:nvSpPr>
        <p:spPr>
          <a:xfrm>
            <a:off x="59968" y="2499613"/>
            <a:ext cx="7132320" cy="6931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600" b="1" kern="1200">
                <a:solidFill>
                  <a:schemeClr val="bg1"/>
                </a:solidFill>
                <a:latin typeface="+mj-lt"/>
                <a:ea typeface="+mj-ea"/>
                <a:cs typeface="+mj-cs"/>
              </a:defRPr>
            </a:lvl1pPr>
          </a:lstStyle>
          <a:p>
            <a:pPr marL="342900" indent="-342900">
              <a:buFont typeface="Wingdings" panose="05000000000000000000" pitchFamily="2" charset="2"/>
              <a:buChar char="v"/>
            </a:pPr>
            <a:r>
              <a:rPr lang="en-US" sz="2000" dirty="0"/>
              <a:t>Exclusions</a:t>
            </a:r>
          </a:p>
        </p:txBody>
      </p:sp>
      <p:sp>
        <p:nvSpPr>
          <p:cNvPr id="8" name="Text Placeholder 42">
            <a:extLst>
              <a:ext uri="{FF2B5EF4-FFF2-40B4-BE49-F238E27FC236}">
                <a16:creationId xmlns:a16="http://schemas.microsoft.com/office/drawing/2014/main" id="{BF09563C-DABC-3E6B-7350-B3BBCF3748DD}"/>
              </a:ext>
            </a:extLst>
          </p:cNvPr>
          <p:cNvSpPr txBox="1">
            <a:spLocks/>
          </p:cNvSpPr>
          <p:nvPr/>
        </p:nvSpPr>
        <p:spPr>
          <a:xfrm>
            <a:off x="167897" y="3317175"/>
            <a:ext cx="7375161" cy="139348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500"/>
              </a:spcBef>
              <a:buFont typeface="Arial" panose="020B0604020202020204" pitchFamily="34" charset="0"/>
              <a:buNone/>
              <a:defRPr sz="1800" kern="1200">
                <a:solidFill>
                  <a:schemeClr val="bg1"/>
                </a:solidFill>
                <a:latin typeface="+mn-lt"/>
                <a:ea typeface="+mn-ea"/>
                <a:cs typeface="+mn-cs"/>
              </a:defRPr>
            </a:lvl1pPr>
            <a:lvl2pPr marL="347472"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2pPr>
            <a:lvl3pPr marL="73152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3pPr>
            <a:lvl4pPr marL="109728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This AI Agent does not:</a:t>
            </a:r>
          </a:p>
          <a:p>
            <a:pPr marL="285750" indent="-285750">
              <a:buFont typeface="Arial" panose="020B0604020202020204" pitchFamily="34" charset="0"/>
              <a:buChar char="•"/>
            </a:pPr>
            <a:r>
              <a:rPr lang="en-US" sz="1600" dirty="0"/>
              <a:t>Publish directly to websites, Confluence, or email.</a:t>
            </a:r>
          </a:p>
          <a:p>
            <a:pPr marL="285750" indent="-285750">
              <a:buFont typeface="Arial" panose="020B0604020202020204" pitchFamily="34" charset="0"/>
              <a:buChar char="•"/>
            </a:pPr>
            <a:r>
              <a:rPr lang="en-US" sz="1600" dirty="0"/>
              <a:t>Generate release notes in multiple languages.</a:t>
            </a:r>
          </a:p>
          <a:p>
            <a:endParaRPr lang="en-US" sz="1600" dirty="0"/>
          </a:p>
        </p:txBody>
      </p:sp>
      <p:sp>
        <p:nvSpPr>
          <p:cNvPr id="10" name="Title 59">
            <a:extLst>
              <a:ext uri="{FF2B5EF4-FFF2-40B4-BE49-F238E27FC236}">
                <a16:creationId xmlns:a16="http://schemas.microsoft.com/office/drawing/2014/main" id="{F0F6D5AC-AEE4-1FCF-9199-1CA3BFE9EA41}"/>
              </a:ext>
            </a:extLst>
          </p:cNvPr>
          <p:cNvSpPr txBox="1">
            <a:spLocks/>
          </p:cNvSpPr>
          <p:nvPr/>
        </p:nvSpPr>
        <p:spPr>
          <a:xfrm>
            <a:off x="59968" y="4384621"/>
            <a:ext cx="7132320" cy="6931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600" b="1" kern="1200">
                <a:solidFill>
                  <a:schemeClr val="bg1"/>
                </a:solidFill>
                <a:latin typeface="+mj-lt"/>
                <a:ea typeface="+mj-ea"/>
                <a:cs typeface="+mj-cs"/>
              </a:defRPr>
            </a:lvl1pPr>
          </a:lstStyle>
          <a:p>
            <a:pPr marL="342900" indent="-342900">
              <a:buFont typeface="Wingdings" panose="05000000000000000000" pitchFamily="2" charset="2"/>
              <a:buChar char="v"/>
            </a:pPr>
            <a:r>
              <a:rPr lang="en-US" sz="2000" dirty="0"/>
              <a:t>Success Criteria</a:t>
            </a:r>
          </a:p>
        </p:txBody>
      </p:sp>
      <p:sp>
        <p:nvSpPr>
          <p:cNvPr id="13" name="Text Placeholder 42">
            <a:extLst>
              <a:ext uri="{FF2B5EF4-FFF2-40B4-BE49-F238E27FC236}">
                <a16:creationId xmlns:a16="http://schemas.microsoft.com/office/drawing/2014/main" id="{67CAF2CB-762C-EF84-AD63-9C4C8152E8DA}"/>
              </a:ext>
            </a:extLst>
          </p:cNvPr>
          <p:cNvSpPr txBox="1">
            <a:spLocks/>
          </p:cNvSpPr>
          <p:nvPr/>
        </p:nvSpPr>
        <p:spPr>
          <a:xfrm>
            <a:off x="167896" y="5172203"/>
            <a:ext cx="8511409" cy="139348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500"/>
              </a:spcBef>
              <a:buFont typeface="Arial" panose="020B0604020202020204" pitchFamily="34" charset="0"/>
              <a:buNone/>
              <a:defRPr sz="1800" kern="1200">
                <a:solidFill>
                  <a:schemeClr val="bg1"/>
                </a:solidFill>
                <a:latin typeface="+mn-lt"/>
                <a:ea typeface="+mn-ea"/>
                <a:cs typeface="+mn-cs"/>
              </a:defRPr>
            </a:lvl1pPr>
            <a:lvl2pPr marL="347472"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2pPr>
            <a:lvl3pPr marL="73152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3pPr>
            <a:lvl4pPr marL="109728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600" dirty="0"/>
              <a:t>Speed – Release notes generated in minutes, not days</a:t>
            </a:r>
            <a:r>
              <a:rPr lang="en-IN" sz="1600" dirty="0"/>
              <a:t>.</a:t>
            </a:r>
          </a:p>
          <a:p>
            <a:pPr marL="285750" indent="-285750">
              <a:buFont typeface="Arial" panose="020B0604020202020204" pitchFamily="34" charset="0"/>
              <a:buChar char="•"/>
            </a:pPr>
            <a:r>
              <a:rPr lang="en-US" sz="1600" dirty="0"/>
              <a:t>Scalability – Works for any version, any number of tickets, any issue type</a:t>
            </a:r>
            <a:r>
              <a:rPr lang="en-IN" sz="1600" dirty="0"/>
              <a:t>).</a:t>
            </a:r>
          </a:p>
          <a:p>
            <a:pPr marL="285750" indent="-285750">
              <a:buFont typeface="Arial" panose="020B0604020202020204" pitchFamily="34" charset="0"/>
              <a:buChar char="•"/>
            </a:pPr>
            <a:r>
              <a:rPr lang="en-IN" sz="1600" dirty="0"/>
              <a:t>Consistency – </a:t>
            </a:r>
            <a:r>
              <a:rPr lang="en-US" sz="1600" dirty="0"/>
              <a:t>100% adherence to style guide rules across all issue types.</a:t>
            </a:r>
          </a:p>
          <a:p>
            <a:pPr marL="285750" indent="-285750">
              <a:buFont typeface="Arial" panose="020B0604020202020204" pitchFamily="34" charset="0"/>
              <a:buChar char="•"/>
            </a:pPr>
            <a:r>
              <a:rPr lang="en-US" sz="1600" dirty="0"/>
              <a:t>Readability – No technical jargons and easy to read and understand for end users.</a:t>
            </a:r>
            <a:r>
              <a:rPr lang="en-IN" sz="1600" dirty="0"/>
              <a:t>	 </a:t>
            </a:r>
            <a:endParaRPr lang="en-US" sz="1600" dirty="0"/>
          </a:p>
        </p:txBody>
      </p:sp>
    </p:spTree>
    <p:extLst>
      <p:ext uri="{BB962C8B-B14F-4D97-AF65-F5344CB8AC3E}">
        <p14:creationId xmlns:p14="http://schemas.microsoft.com/office/powerpoint/2010/main" val="5594418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C58B5-C654-8804-5550-EBCD84E164B1}"/>
            </a:ext>
          </a:extLst>
        </p:cNvPr>
        <p:cNvGrpSpPr/>
        <p:nvPr/>
      </p:nvGrpSpPr>
      <p:grpSpPr>
        <a:xfrm>
          <a:off x="0" y="0"/>
          <a:ext cx="0" cy="0"/>
          <a:chOff x="0" y="0"/>
          <a:chExt cx="0" cy="0"/>
        </a:xfrm>
      </p:grpSpPr>
      <p:sp>
        <p:nvSpPr>
          <p:cNvPr id="60" name="Title 59">
            <a:extLst>
              <a:ext uri="{FF2B5EF4-FFF2-40B4-BE49-F238E27FC236}">
                <a16:creationId xmlns:a16="http://schemas.microsoft.com/office/drawing/2014/main" id="{6C6E8F56-CC2C-EAA6-D86B-8E3E4638A3BA}"/>
              </a:ext>
            </a:extLst>
          </p:cNvPr>
          <p:cNvSpPr>
            <a:spLocks noGrp="1"/>
          </p:cNvSpPr>
          <p:nvPr>
            <p:ph type="title"/>
          </p:nvPr>
        </p:nvSpPr>
        <p:spPr>
          <a:xfrm>
            <a:off x="-47961" y="206265"/>
            <a:ext cx="7132320" cy="693145"/>
          </a:xfrm>
        </p:spPr>
        <p:txBody>
          <a:bodyPr>
            <a:normAutofit/>
          </a:bodyPr>
          <a:lstStyle/>
          <a:p>
            <a:pPr marL="342900" indent="-342900">
              <a:buFont typeface="Wingdings" panose="05000000000000000000" pitchFamily="2" charset="2"/>
              <a:buChar char="v"/>
            </a:pPr>
            <a:r>
              <a:rPr lang="en-US" sz="2000" dirty="0"/>
              <a:t>Demo Video</a:t>
            </a:r>
          </a:p>
        </p:txBody>
      </p:sp>
      <p:sp>
        <p:nvSpPr>
          <p:cNvPr id="11" name="Slide Number Placeholder 13">
            <a:extLst>
              <a:ext uri="{FF2B5EF4-FFF2-40B4-BE49-F238E27FC236}">
                <a16:creationId xmlns:a16="http://schemas.microsoft.com/office/drawing/2014/main" id="{FE7CA5CF-08C6-C7E3-1AF2-76CEE96A6453}"/>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F243335F-E803-DF05-BE28-63BB8F84C001}"/>
              </a:ext>
            </a:extLst>
          </p:cNvPr>
          <p:cNvSpPr>
            <a:spLocks noGrp="1"/>
          </p:cNvSpPr>
          <p:nvPr>
            <p:ph type="sldNum" sz="quarter" idx="55"/>
          </p:nvPr>
        </p:nvSpPr>
        <p:spPr/>
        <p:txBody>
          <a:bodyPr/>
          <a:lstStyle/>
          <a:p>
            <a:fld id="{47FEACEE-25B4-4A2D-B147-27296E36371D}" type="slidenum">
              <a:rPr lang="en-US" altLang="zh-CN" noProof="0" smtClean="0"/>
              <a:pPr/>
              <a:t>4</a:t>
            </a:fld>
            <a:endParaRPr lang="en-US" altLang="zh-CN" noProof="0" dirty="0"/>
          </a:p>
        </p:txBody>
      </p:sp>
    </p:spTree>
    <p:extLst>
      <p:ext uri="{BB962C8B-B14F-4D97-AF65-F5344CB8AC3E}">
        <p14:creationId xmlns:p14="http://schemas.microsoft.com/office/powerpoint/2010/main" val="1338836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ACDE3-35EE-7207-AE4A-5D732A8F3A99}"/>
            </a:ext>
          </a:extLst>
        </p:cNvPr>
        <p:cNvGrpSpPr/>
        <p:nvPr/>
      </p:nvGrpSpPr>
      <p:grpSpPr>
        <a:xfrm>
          <a:off x="0" y="0"/>
          <a:ext cx="0" cy="0"/>
          <a:chOff x="0" y="0"/>
          <a:chExt cx="0" cy="0"/>
        </a:xfrm>
      </p:grpSpPr>
      <p:sp>
        <p:nvSpPr>
          <p:cNvPr id="60" name="Title 59">
            <a:extLst>
              <a:ext uri="{FF2B5EF4-FFF2-40B4-BE49-F238E27FC236}">
                <a16:creationId xmlns:a16="http://schemas.microsoft.com/office/drawing/2014/main" id="{70BA1602-2F04-1A7D-EAE5-D7FDA4D8370F}"/>
              </a:ext>
            </a:extLst>
          </p:cNvPr>
          <p:cNvSpPr>
            <a:spLocks noGrp="1"/>
          </p:cNvSpPr>
          <p:nvPr>
            <p:ph type="title"/>
          </p:nvPr>
        </p:nvSpPr>
        <p:spPr>
          <a:xfrm>
            <a:off x="-47961" y="206265"/>
            <a:ext cx="7132320" cy="693145"/>
          </a:xfrm>
        </p:spPr>
        <p:txBody>
          <a:bodyPr>
            <a:normAutofit/>
          </a:bodyPr>
          <a:lstStyle/>
          <a:p>
            <a:pPr marL="342900" indent="-342900">
              <a:buFont typeface="Wingdings" panose="05000000000000000000" pitchFamily="2" charset="2"/>
              <a:buChar char="v"/>
            </a:pPr>
            <a:r>
              <a:rPr lang="en-US" sz="2000" dirty="0"/>
              <a:t>Workshop Learnings</a:t>
            </a:r>
          </a:p>
        </p:txBody>
      </p:sp>
      <p:sp>
        <p:nvSpPr>
          <p:cNvPr id="43" name="Text Placeholder 42">
            <a:extLst>
              <a:ext uri="{FF2B5EF4-FFF2-40B4-BE49-F238E27FC236}">
                <a16:creationId xmlns:a16="http://schemas.microsoft.com/office/drawing/2014/main" id="{B855793F-AB32-1113-8409-5C4E4DC06768}"/>
              </a:ext>
            </a:extLst>
          </p:cNvPr>
          <p:cNvSpPr>
            <a:spLocks noGrp="1"/>
          </p:cNvSpPr>
          <p:nvPr>
            <p:ph idx="1"/>
          </p:nvPr>
        </p:nvSpPr>
        <p:spPr>
          <a:xfrm>
            <a:off x="59968" y="1023828"/>
            <a:ext cx="8169632" cy="2618782"/>
          </a:xfrm>
        </p:spPr>
        <p:txBody>
          <a:bodyPr>
            <a:normAutofit/>
          </a:bodyPr>
          <a:lstStyle/>
          <a:p>
            <a:pPr marL="285750" indent="-285750">
              <a:buFont typeface="Arial" panose="020B0604020202020204" pitchFamily="34" charset="0"/>
              <a:buChar char="•"/>
            </a:pPr>
            <a:r>
              <a:rPr lang="en-US" sz="1600" dirty="0"/>
              <a:t>Created a skill file based on RTCCO framework to generate the release notes and evaluate the content quality.</a:t>
            </a:r>
          </a:p>
          <a:p>
            <a:pPr marL="285750" indent="-285750">
              <a:buFont typeface="Arial" panose="020B0604020202020204" pitchFamily="34" charset="0"/>
              <a:buChar char="•"/>
            </a:pPr>
            <a:r>
              <a:rPr lang="en-US" sz="1600" dirty="0"/>
              <a:t>Used </a:t>
            </a:r>
            <a:r>
              <a:rPr lang="en-US" sz="1600" dirty="0">
                <a:solidFill>
                  <a:srgbClr val="00B050"/>
                </a:solidFill>
              </a:rPr>
              <a:t>$Arguments</a:t>
            </a:r>
            <a:r>
              <a:rPr lang="en-US" sz="1600" dirty="0"/>
              <a:t> in skill which enable the Agent to ask the required query while processing ang generating the output file.</a:t>
            </a:r>
          </a:p>
          <a:p>
            <a:pPr marL="285750" indent="-285750">
              <a:buFont typeface="Arial" panose="020B0604020202020204" pitchFamily="34" charset="0"/>
              <a:buChar char="•"/>
            </a:pPr>
            <a:r>
              <a:rPr lang="en-US" sz="1600" dirty="0"/>
              <a:t>Created a MCP server for style guide that helps to generate the content based on specific writing rules mentioned in the MCP server and for quality metric providing the report for letting the tech writer gauge the quality of content and area of improvements based on recommendation provided in the report.</a:t>
            </a:r>
          </a:p>
        </p:txBody>
      </p:sp>
      <p:sp>
        <p:nvSpPr>
          <p:cNvPr id="11" name="Slide Number Placeholder 13">
            <a:extLst>
              <a:ext uri="{FF2B5EF4-FFF2-40B4-BE49-F238E27FC236}">
                <a16:creationId xmlns:a16="http://schemas.microsoft.com/office/drawing/2014/main" id="{353B4FF4-489A-A84B-344F-08B331159885}"/>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0A22110D-AE8F-1F6C-CA5C-6CB35E8399BE}"/>
              </a:ext>
            </a:extLst>
          </p:cNvPr>
          <p:cNvSpPr>
            <a:spLocks noGrp="1"/>
          </p:cNvSpPr>
          <p:nvPr>
            <p:ph type="sldNum" sz="quarter" idx="55"/>
          </p:nvPr>
        </p:nvSpPr>
        <p:spPr/>
        <p:txBody>
          <a:bodyPr/>
          <a:lstStyle/>
          <a:p>
            <a:fld id="{47FEACEE-25B4-4A2D-B147-27296E36371D}" type="slidenum">
              <a:rPr lang="en-US" altLang="zh-CN" noProof="0" smtClean="0"/>
              <a:pPr/>
              <a:t>5</a:t>
            </a:fld>
            <a:endParaRPr lang="en-US" altLang="zh-CN" noProof="0" dirty="0"/>
          </a:p>
        </p:txBody>
      </p:sp>
      <p:sp>
        <p:nvSpPr>
          <p:cNvPr id="3" name="Text Placeholder 42">
            <a:extLst>
              <a:ext uri="{FF2B5EF4-FFF2-40B4-BE49-F238E27FC236}">
                <a16:creationId xmlns:a16="http://schemas.microsoft.com/office/drawing/2014/main" id="{8497FDB0-B667-30C5-8841-0C5279AB9A6E}"/>
              </a:ext>
            </a:extLst>
          </p:cNvPr>
          <p:cNvSpPr txBox="1">
            <a:spLocks/>
          </p:cNvSpPr>
          <p:nvPr/>
        </p:nvSpPr>
        <p:spPr>
          <a:xfrm>
            <a:off x="59968" y="4334081"/>
            <a:ext cx="8169632" cy="492752"/>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500"/>
              </a:spcBef>
              <a:buFont typeface="Arial" panose="020B0604020202020204" pitchFamily="34" charset="0"/>
              <a:buNone/>
              <a:defRPr sz="1800" kern="1200">
                <a:solidFill>
                  <a:schemeClr val="bg1"/>
                </a:solidFill>
                <a:latin typeface="+mn-lt"/>
                <a:ea typeface="+mn-ea"/>
                <a:cs typeface="+mn-cs"/>
              </a:defRPr>
            </a:lvl1pPr>
            <a:lvl2pPr marL="347472"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2pPr>
            <a:lvl3pPr marL="73152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3pPr>
            <a:lvl4pPr marL="109728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600" dirty="0"/>
              <a:t>GitHub link: </a:t>
            </a:r>
            <a:r>
              <a:rPr lang="en-US" sz="1600" dirty="0">
                <a:hlinkClick r:id="rId3"/>
              </a:rPr>
              <a:t>https://github.com/RCG1412/ai-release-notes-demo.git</a:t>
            </a:r>
            <a:r>
              <a:rPr lang="en-US" sz="1600" dirty="0"/>
              <a:t> </a:t>
            </a:r>
          </a:p>
        </p:txBody>
      </p:sp>
      <p:sp>
        <p:nvSpPr>
          <p:cNvPr id="4" name="Title 59">
            <a:extLst>
              <a:ext uri="{FF2B5EF4-FFF2-40B4-BE49-F238E27FC236}">
                <a16:creationId xmlns:a16="http://schemas.microsoft.com/office/drawing/2014/main" id="{CF2F132A-61C7-7584-3ECD-258DAE2DDF6E}"/>
              </a:ext>
            </a:extLst>
          </p:cNvPr>
          <p:cNvSpPr txBox="1">
            <a:spLocks/>
          </p:cNvSpPr>
          <p:nvPr/>
        </p:nvSpPr>
        <p:spPr>
          <a:xfrm>
            <a:off x="-47961" y="3463477"/>
            <a:ext cx="7132320" cy="6931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600" b="1" kern="1200">
                <a:solidFill>
                  <a:schemeClr val="bg1"/>
                </a:solidFill>
                <a:latin typeface="+mj-lt"/>
                <a:ea typeface="+mj-ea"/>
                <a:cs typeface="+mj-cs"/>
              </a:defRPr>
            </a:lvl1pPr>
          </a:lstStyle>
          <a:p>
            <a:pPr marL="342900" indent="-342900">
              <a:buFont typeface="Wingdings" panose="05000000000000000000" pitchFamily="2" charset="2"/>
              <a:buChar char="v"/>
            </a:pPr>
            <a:r>
              <a:rPr lang="en-US" sz="2000" dirty="0"/>
              <a:t>Repo</a:t>
            </a:r>
          </a:p>
        </p:txBody>
      </p:sp>
    </p:spTree>
    <p:extLst>
      <p:ext uri="{BB962C8B-B14F-4D97-AF65-F5344CB8AC3E}">
        <p14:creationId xmlns:p14="http://schemas.microsoft.com/office/powerpoint/2010/main" val="3128915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AD2C8D04-263D-9589-1CFF-A5968D7C33D7}"/>
              </a:ext>
            </a:extLst>
          </p:cNvPr>
          <p:cNvSpPr>
            <a:spLocks noGrp="1"/>
          </p:cNvSpPr>
          <p:nvPr>
            <p:ph type="title"/>
          </p:nvPr>
        </p:nvSpPr>
        <p:spPr>
          <a:xfrm>
            <a:off x="6274883" y="1325880"/>
            <a:ext cx="5394960" cy="2103120"/>
          </a:xfrm>
        </p:spPr>
        <p:txBody>
          <a:bodyPr/>
          <a:lstStyle/>
          <a:p>
            <a:r>
              <a:rPr lang="en-US" dirty="0"/>
              <a:t>Thank you</a:t>
            </a:r>
          </a:p>
        </p:txBody>
      </p:sp>
    </p:spTree>
    <p:extLst>
      <p:ext uri="{BB962C8B-B14F-4D97-AF65-F5344CB8AC3E}">
        <p14:creationId xmlns:p14="http://schemas.microsoft.com/office/powerpoint/2010/main" val="529279411"/>
      </p:ext>
    </p:extLst>
  </p:cSld>
  <p:clrMapOvr>
    <a:masterClrMapping/>
  </p:clrMapOvr>
</p:sld>
</file>

<file path=ppt/theme/theme1.xml><?xml version="1.0" encoding="utf-8"?>
<a:theme xmlns:a="http://schemas.openxmlformats.org/drawingml/2006/main" name="Custom">
  <a:themeElements>
    <a:clrScheme name="Custom 7">
      <a:dk1>
        <a:srgbClr val="000000"/>
      </a:dk1>
      <a:lt1>
        <a:srgbClr val="FFFFFF"/>
      </a:lt1>
      <a:dk2>
        <a:srgbClr val="0F253E"/>
      </a:dk2>
      <a:lt2>
        <a:srgbClr val="E7E6E6"/>
      </a:lt2>
      <a:accent1>
        <a:srgbClr val="4472C4"/>
      </a:accent1>
      <a:accent2>
        <a:srgbClr val="B83903"/>
      </a:accent2>
      <a:accent3>
        <a:srgbClr val="75262A"/>
      </a:accent3>
      <a:accent4>
        <a:srgbClr val="F79320"/>
      </a:accent4>
      <a:accent5>
        <a:srgbClr val="44668D"/>
      </a:accent5>
      <a:accent6>
        <a:srgbClr val="0F253E"/>
      </a:accent6>
      <a:hlink>
        <a:srgbClr val="AEC0D9"/>
      </a:hlink>
      <a:folHlink>
        <a:srgbClr val="B83903"/>
      </a:folHlink>
    </a:clrScheme>
    <a:fontScheme name="Custom 16">
      <a:majorFont>
        <a:latin typeface="Posterama"/>
        <a:ea typeface=""/>
        <a:cs typeface=""/>
      </a:majorFont>
      <a:minorFont>
        <a:latin typeface="Abad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marL="0" indent="0" algn="ctr">
          <a:lnSpc>
            <a:spcPct val="100000"/>
          </a:lnSpc>
          <a:spcBef>
            <a:spcPts val="0"/>
          </a:spcBef>
          <a:buFontTx/>
          <a:buNone/>
          <a:defRPr sz="1800" smtClean="0">
            <a:solidFill>
              <a:prstClr val="white"/>
            </a:solidFill>
            <a:latin typeface="Posterama" panose="020B0504020200020000" pitchFamily="34" charset="0"/>
            <a:ea typeface="微软雅黑"/>
            <a:cs typeface="Posterama" panose="020B0504020200020000" pitchFamily="34" charset="0"/>
          </a:defRPr>
        </a:defPPr>
      </a:lstStyle>
    </a:txDef>
  </a:objectDefaults>
  <a:extraClrSchemeLst/>
  <a:extLst>
    <a:ext uri="{05A4C25C-085E-4340-85A3-A5531E510DB2}">
      <thm15:themeFamily xmlns:thm15="http://schemas.microsoft.com/office/thememl/2012/main" name="TM9027928_win32_EF_v4" id="{FA821E7E-D625-4DCD-A30E-3216B54C8383}" vid="{DE28BE6C-8054-44B2-A92D-A1CAFC256BDB}"/>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897CAE-455D-42C9-A951-0C21BC1225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DB3C62-858A-4A01-AFEF-21E0BB8CE26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0009351-EDD4-484E-ACD6-D50CCB137637}">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{5216E569-0CBB-4D4E-A4AC-90AED47F9DA7}TF63aebcec-8e39-4664-940a-dd6c2f00c54d020a9832_win32-3cdd3ee32610</Template>
  <TotalTime>833</TotalTime>
  <Words>580</Words>
  <Application>Microsoft Office PowerPoint</Application>
  <PresentationFormat>Widescreen</PresentationFormat>
  <Paragraphs>52</Paragraphs>
  <Slides>6</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vt:i4>
      </vt:variant>
    </vt:vector>
  </HeadingPairs>
  <TitlesOfParts>
    <vt:vector size="14" baseType="lpstr">
      <vt:lpstr>等线</vt:lpstr>
      <vt:lpstr>Abadi</vt:lpstr>
      <vt:lpstr>Arial</vt:lpstr>
      <vt:lpstr>Calibri</vt:lpstr>
      <vt:lpstr>Posterama</vt:lpstr>
      <vt:lpstr>Posterama Text SemiBold</vt:lpstr>
      <vt:lpstr>Wingdings</vt:lpstr>
      <vt:lpstr>Custom</vt:lpstr>
      <vt:lpstr>Capstone Project Demo   Release Notes Generator</vt:lpstr>
      <vt:lpstr>Problem Statement</vt:lpstr>
      <vt:lpstr>Expected Output</vt:lpstr>
      <vt:lpstr>Demo Video</vt:lpstr>
      <vt:lpstr>Workshop Learnings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Rohit Gupta</dc:creator>
  <cp:lastModifiedBy>Rohit Gupta</cp:lastModifiedBy>
  <cp:revision>15</cp:revision>
  <dcterms:created xsi:type="dcterms:W3CDTF">2026-10-01T14:16:00Z</dcterms:created>
  <dcterms:modified xsi:type="dcterms:W3CDTF">2026-10-03T14:04:04Z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