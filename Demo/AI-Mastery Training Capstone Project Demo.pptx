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92" r:id="rId5"/>
    <p:sldId id="293" r:id="rId6"/>
    <p:sldId id="294" r:id="rId7"/>
    <p:sldId id="296" r:id="rId8"/>
    <p:sldId id="295" r:id="rId9"/>
    <p:sldId id="289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839" autoAdjust="0"/>
  </p:normalViewPr>
  <p:slideViewPr>
    <p:cSldViewPr snapToGrid="0" showGuides="1">
      <p:cViewPr varScale="1">
        <p:scale>
          <a:sx n="64" d="100"/>
          <a:sy n="64" d="100"/>
        </p:scale>
        <p:origin x="978" y="78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EEFE0-971E-1F39-F3DD-5A76A13B8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7B067F-463A-8CEE-6D39-3D40FC1F8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FBB7D-8DB9-3D43-48CD-17B653342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30967-9DD7-BEC6-F4B8-CCC5890E93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3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230677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9E37-9CCC-E09E-1254-DF53AB8C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1C197-7E88-6611-36CC-82BD113E8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14B0D2-D32A-3125-5B90-ADF0E654A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2DA06-4130-D5B7-9E6D-309F9CA8B6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043661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0347-EE2C-1FE1-DB5B-6CEA93B12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8C103-673D-94B9-F718-FF2FBCED6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83275-0EDB-25F6-2C30-858A5F9B1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C3C92-8CF2-B5DB-1DC8-2A95BB70AD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8735464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6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69" r:id="rId4"/>
    <p:sldLayoutId id="2147483655" r:id="rId5"/>
    <p:sldLayoutId id="2147483651" r:id="rId6"/>
    <p:sldLayoutId id="2147483662" r:id="rId7"/>
    <p:sldLayoutId id="2147483653" r:id="rId8"/>
    <p:sldLayoutId id="2147483663" r:id="rId9"/>
    <p:sldLayoutId id="2147483665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CG1412/ai-release-notes-demo.gi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lIns="0" anchor="b" anchorCtr="0"/>
          <a:lstStyle/>
          <a:p>
            <a:r>
              <a:rPr lang="en-US" altLang="zh-CN" dirty="0"/>
              <a:t>AI-Mastery Training Capstone Project Demo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</p:spPr>
        <p:txBody>
          <a:bodyPr/>
          <a:lstStyle/>
          <a:p>
            <a:r>
              <a:rPr lang="en-US" dirty="0"/>
              <a:t>Rohit Gupta</a:t>
            </a:r>
          </a:p>
        </p:txBody>
      </p:sp>
      <p:pic>
        <p:nvPicPr>
          <p:cNvPr id="20" name="Picture Placeholder 19" descr="Two people looking at a laptop at a table">
            <a:extLst>
              <a:ext uri="{FF2B5EF4-FFF2-40B4-BE49-F238E27FC236}">
                <a16:creationId xmlns:a16="http://schemas.microsoft.com/office/drawing/2014/main" id="{E83BB08F-E403-8715-0B24-AD9E4B72C80E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3" r="23"/>
          <a:stretch/>
        </p:blipFill>
        <p:spPr>
          <a:xfrm>
            <a:off x="6742557" y="821836"/>
            <a:ext cx="4405503" cy="5066346"/>
          </a:xfrm>
        </p:spPr>
      </p:pic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Problem Statement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520E98B6-7B33-8FD4-A662-31DD4B85E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7"/>
            <a:ext cx="7375161" cy="2094127"/>
          </a:xfrm>
        </p:spPr>
        <p:txBody>
          <a:bodyPr>
            <a:normAutofit/>
          </a:bodyPr>
          <a:lstStyle/>
          <a:p>
            <a:r>
              <a:rPr lang="en-US" sz="1600" b="1" dirty="0"/>
              <a:t>Release notes generation is a manual, time-consuming bottleneck that produces inconsistent results.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Technical writers spend hours translating developer jargon into user-friendly language.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Writing style varies across writers, versions, and issue types.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Style guide compliance requires manual enforcement and review.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  <p:sp>
        <p:nvSpPr>
          <p:cNvPr id="7" name="Title 59">
            <a:extLst>
              <a:ext uri="{FF2B5EF4-FFF2-40B4-BE49-F238E27FC236}">
                <a16:creationId xmlns:a16="http://schemas.microsoft.com/office/drawing/2014/main" id="{CD7F9DC8-B0F4-762B-2F23-BA6DEBD485F4}"/>
              </a:ext>
            </a:extLst>
          </p:cNvPr>
          <p:cNvSpPr txBox="1">
            <a:spLocks/>
          </p:cNvSpPr>
          <p:nvPr/>
        </p:nvSpPr>
        <p:spPr>
          <a:xfrm>
            <a:off x="59968" y="2874370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Users</a:t>
            </a:r>
          </a:p>
        </p:txBody>
      </p:sp>
      <p:sp>
        <p:nvSpPr>
          <p:cNvPr id="8" name="Text Placeholder 42">
            <a:extLst>
              <a:ext uri="{FF2B5EF4-FFF2-40B4-BE49-F238E27FC236}">
                <a16:creationId xmlns:a16="http://schemas.microsoft.com/office/drawing/2014/main" id="{6F4D13C0-2612-D70C-DCBC-AF6177F87B24}"/>
              </a:ext>
            </a:extLst>
          </p:cNvPr>
          <p:cNvSpPr txBox="1">
            <a:spLocks/>
          </p:cNvSpPr>
          <p:nvPr/>
        </p:nvSpPr>
        <p:spPr>
          <a:xfrm>
            <a:off x="167897" y="3691932"/>
            <a:ext cx="7375161" cy="3104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Technical Writers, Product Manager, Support Team, End Users</a:t>
            </a:r>
          </a:p>
        </p:txBody>
      </p:sp>
      <p:sp>
        <p:nvSpPr>
          <p:cNvPr id="10" name="Title 59">
            <a:extLst>
              <a:ext uri="{FF2B5EF4-FFF2-40B4-BE49-F238E27FC236}">
                <a16:creationId xmlns:a16="http://schemas.microsoft.com/office/drawing/2014/main" id="{C29169EC-0C68-F678-22C2-A9D8511D1386}"/>
              </a:ext>
            </a:extLst>
          </p:cNvPr>
          <p:cNvSpPr txBox="1">
            <a:spLocks/>
          </p:cNvSpPr>
          <p:nvPr/>
        </p:nvSpPr>
        <p:spPr>
          <a:xfrm>
            <a:off x="59968" y="3740047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Input Sources</a:t>
            </a:r>
          </a:p>
        </p:txBody>
      </p:sp>
      <p:sp>
        <p:nvSpPr>
          <p:cNvPr id="13" name="Text Placeholder 42">
            <a:extLst>
              <a:ext uri="{FF2B5EF4-FFF2-40B4-BE49-F238E27FC236}">
                <a16:creationId xmlns:a16="http://schemas.microsoft.com/office/drawing/2014/main" id="{4D2B0827-DB05-4487-39F3-E188030DD454}"/>
              </a:ext>
            </a:extLst>
          </p:cNvPr>
          <p:cNvSpPr txBox="1">
            <a:spLocks/>
          </p:cNvSpPr>
          <p:nvPr/>
        </p:nvSpPr>
        <p:spPr>
          <a:xfrm>
            <a:off x="167896" y="4557609"/>
            <a:ext cx="8511409" cy="13934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 err="1"/>
              <a:t>tickets.json</a:t>
            </a:r>
            <a:r>
              <a:rPr lang="en-IN" sz="1600" b="1" dirty="0"/>
              <a:t> – </a:t>
            </a:r>
            <a:r>
              <a:rPr lang="en-IN" sz="1600" dirty="0"/>
              <a:t>For this demo, I have created a JSON file; a l</a:t>
            </a:r>
            <a:r>
              <a:rPr lang="en-IN" dirty="0"/>
              <a:t>ocal sample data simulating developer tickets with ID, title, type, version, and description.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Style Guide MCP Server – Provides w</a:t>
            </a:r>
            <a:r>
              <a:rPr lang="en-IN" dirty="0"/>
              <a:t>riting rules for each issue type (New Feature, Enhancement)</a:t>
            </a:r>
            <a:r>
              <a:rPr lang="en-IN" sz="1600" dirty="0"/>
              <a:t>	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20F9C-45C8-E000-BC20-7E4044B95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17B48142-DF80-487B-1367-DC3E45FFC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Expected Output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28F852B3-CACE-32DB-5A5C-4FF1EFA8A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8"/>
            <a:ext cx="7375161" cy="1295314"/>
          </a:xfrm>
        </p:spPr>
        <p:txBody>
          <a:bodyPr>
            <a:normAutofit/>
          </a:bodyPr>
          <a:lstStyle/>
          <a:p>
            <a:r>
              <a:rPr lang="en-US" sz="1600" b="1" dirty="0"/>
              <a:t>A polished Markdown file ( release_notes_vX.X.X.md) containing: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Release notes organized by issue type (New Features, Enhancements).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Strict adherence to the company's style guide for each section.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6F8D80B7-F15C-AEAE-E46E-903A8D147A4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E2351-CAE9-9DD8-80A3-D43639515CAD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sp>
        <p:nvSpPr>
          <p:cNvPr id="7" name="Title 59">
            <a:extLst>
              <a:ext uri="{FF2B5EF4-FFF2-40B4-BE49-F238E27FC236}">
                <a16:creationId xmlns:a16="http://schemas.microsoft.com/office/drawing/2014/main" id="{66010F2F-7949-1269-B660-F7F12E579704}"/>
              </a:ext>
            </a:extLst>
          </p:cNvPr>
          <p:cNvSpPr txBox="1">
            <a:spLocks/>
          </p:cNvSpPr>
          <p:nvPr/>
        </p:nvSpPr>
        <p:spPr>
          <a:xfrm>
            <a:off x="59968" y="2019933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Exclusions</a:t>
            </a:r>
          </a:p>
        </p:txBody>
      </p:sp>
      <p:sp>
        <p:nvSpPr>
          <p:cNvPr id="8" name="Text Placeholder 42">
            <a:extLst>
              <a:ext uri="{FF2B5EF4-FFF2-40B4-BE49-F238E27FC236}">
                <a16:creationId xmlns:a16="http://schemas.microsoft.com/office/drawing/2014/main" id="{BF09563C-DABC-3E6B-7350-B3BBCF3748DD}"/>
              </a:ext>
            </a:extLst>
          </p:cNvPr>
          <p:cNvSpPr txBox="1">
            <a:spLocks/>
          </p:cNvSpPr>
          <p:nvPr/>
        </p:nvSpPr>
        <p:spPr>
          <a:xfrm>
            <a:off x="167897" y="2837495"/>
            <a:ext cx="7375161" cy="1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This AI Agent does not: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Publish directly to websites, Confluence, or email.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Generate release notes in multiple languages.</a:t>
            </a:r>
          </a:p>
          <a:p>
            <a:endParaRPr lang="en-US" sz="1600" dirty="0"/>
          </a:p>
        </p:txBody>
      </p:sp>
      <p:sp>
        <p:nvSpPr>
          <p:cNvPr id="10" name="Title 59">
            <a:extLst>
              <a:ext uri="{FF2B5EF4-FFF2-40B4-BE49-F238E27FC236}">
                <a16:creationId xmlns:a16="http://schemas.microsoft.com/office/drawing/2014/main" id="{F0F6D5AC-AEE4-1FCF-9199-1CA3BFE9EA41}"/>
              </a:ext>
            </a:extLst>
          </p:cNvPr>
          <p:cNvSpPr txBox="1">
            <a:spLocks/>
          </p:cNvSpPr>
          <p:nvPr/>
        </p:nvSpPr>
        <p:spPr>
          <a:xfrm>
            <a:off x="59968" y="4054841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Success Criteria</a:t>
            </a:r>
          </a:p>
        </p:txBody>
      </p:sp>
      <p:sp>
        <p:nvSpPr>
          <p:cNvPr id="13" name="Text Placeholder 42">
            <a:extLst>
              <a:ext uri="{FF2B5EF4-FFF2-40B4-BE49-F238E27FC236}">
                <a16:creationId xmlns:a16="http://schemas.microsoft.com/office/drawing/2014/main" id="{67CAF2CB-762C-EF84-AD63-9C4C8152E8DA}"/>
              </a:ext>
            </a:extLst>
          </p:cNvPr>
          <p:cNvSpPr txBox="1">
            <a:spLocks/>
          </p:cNvSpPr>
          <p:nvPr/>
        </p:nvSpPr>
        <p:spPr>
          <a:xfrm>
            <a:off x="167896" y="4872403"/>
            <a:ext cx="8511409" cy="13934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Speed – Release notes generated in minutes, not days</a:t>
            </a:r>
            <a:r>
              <a:rPr lang="en-IN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Scalability – Works for any version, any number of tickets, any issue type</a:t>
            </a:r>
            <a:r>
              <a:rPr lang="en-IN" sz="16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Consistency – </a:t>
            </a:r>
            <a:r>
              <a:rPr lang="en-US" sz="1600" dirty="0"/>
              <a:t>100% adherence to style guide rules across all issue types.</a:t>
            </a:r>
            <a:r>
              <a:rPr lang="en-IN" sz="1600" dirty="0"/>
              <a:t>	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59441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C58B5-C654-8804-5550-EBCD84E16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6C6E8F56-CC2C-EAA6-D86B-8E3E4638A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Demo Video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FE7CA5CF-08C6-C7E3-1AF2-76CEE96A6453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43335F-E803-DF05-BE28-63BB8F84C001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338836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ACDE3-35EE-7207-AE4A-5D732A8F3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70BA1602-2F04-1A7D-EAE5-D7FDA4D83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Workshop Learnings and Repo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B855793F-AB32-1113-8409-5C4E4DC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8"/>
            <a:ext cx="8169632" cy="1295314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 have created a skill file base RTCCO to generate the release notes based on the version user will put in the Claude terminal by setting </a:t>
            </a:r>
            <a:r>
              <a:rPr lang="en-US" sz="1600" dirty="0">
                <a:solidFill>
                  <a:srgbClr val="00B050"/>
                </a:solidFill>
              </a:rPr>
              <a:t>Version = $Arguments </a:t>
            </a:r>
            <a:r>
              <a:rPr lang="en-US" sz="1600" dirty="0"/>
              <a:t>and to connect with the MCP server for writing rules for each issue type.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 have created a MCP server to read the content and apply the writing rules.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GitHub link: </a:t>
            </a:r>
            <a:r>
              <a:rPr lang="en-US" sz="1600" dirty="0">
                <a:hlinkClick r:id="rId3"/>
              </a:rPr>
              <a:t>https://github.com/RCG1412/ai-release-notes-demo.git</a:t>
            </a:r>
            <a:r>
              <a:rPr lang="en-US" sz="1600" dirty="0"/>
              <a:t> 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353B4FF4-489A-A84B-344F-08B33115988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22110D-AE8F-1F6C-CA5C-6CB35E8399BE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12891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883" y="132588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{5216E569-0CBB-4D4E-A4AC-90AED47F9DA7}TF63aebcec-8e39-4664-940a-dd6c2f00c54d020a9832_win32-3cdd3ee32610</Template>
  <TotalTime>152</TotalTime>
  <Words>333</Words>
  <Application>Microsoft Office PowerPoint</Application>
  <PresentationFormat>Widescreen</PresentationFormat>
  <Paragraphs>44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等线</vt:lpstr>
      <vt:lpstr>Abadi</vt:lpstr>
      <vt:lpstr>Arial</vt:lpstr>
      <vt:lpstr>Calibri</vt:lpstr>
      <vt:lpstr>Posterama</vt:lpstr>
      <vt:lpstr>Posterama Text SemiBold</vt:lpstr>
      <vt:lpstr>Wingdings</vt:lpstr>
      <vt:lpstr>Custom</vt:lpstr>
      <vt:lpstr>AI-Mastery Training Capstone Project Demo</vt:lpstr>
      <vt:lpstr>Problem Statement</vt:lpstr>
      <vt:lpstr>Expected Output</vt:lpstr>
      <vt:lpstr>Demo Video</vt:lpstr>
      <vt:lpstr>Workshop Learnings and Repo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Gupta</dc:creator>
  <cp:lastModifiedBy>Rohit Gupta</cp:lastModifiedBy>
  <cp:revision>3</cp:revision>
  <dcterms:created xsi:type="dcterms:W3CDTF">2026-10-01T14:16:00Z</dcterms:created>
  <dcterms:modified xsi:type="dcterms:W3CDTF">2026-10-02T06:58:24Z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